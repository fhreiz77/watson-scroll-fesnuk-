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9787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7744614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42926839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9717266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643890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086226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980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3364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1894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18BF9-1D2B-010D-3618-E54C423018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53806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588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5213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3D5719-6C29-0337-15FA-C529C1598CC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94162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4324681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998265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24330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274057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21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299566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06418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123104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459168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08361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324142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780935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057090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78044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19178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851863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6951081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361298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304039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13996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5098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312158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5719813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9284344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8268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69843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473832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700952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1819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0172799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835496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720894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07953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1407158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071313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985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4874898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83743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224315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67585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101905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25703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496951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3153048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37466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5013541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477061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21443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396008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5807482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746945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95668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11467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001854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421410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832125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48765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05447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857434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6838032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199125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579321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155899" name=""/>
          <p:cNvSpPr/>
          <p:nvPr/>
        </p:nvSpPr>
        <p:spPr bwMode="auto">
          <a:xfrm rot="0" flipH="0" flipV="0">
            <a:off x="33045" y="14881"/>
            <a:ext cx="12129490" cy="6846093"/>
          </a:xfrm>
          <a:prstGeom prst="rect">
            <a:avLst/>
          </a:prstGeom>
          <a:solidFill>
            <a:srgbClr val="000000">
              <a:alpha val="8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54028259" name=""/>
          <p:cNvSpPr txBox="1"/>
          <p:nvPr/>
        </p:nvSpPr>
        <p:spPr bwMode="auto">
          <a:xfrm rot="0" flipH="0" flipV="0">
            <a:off x="1413201" y="689105"/>
            <a:ext cx="9368473" cy="33836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Ana</a:t>
            </a: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lisis Serangan </a:t>
            </a:r>
            <a:b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7200">
                <a:solidFill>
                  <a:srgbClr val="C00000"/>
                </a:solidFill>
                <a:latin typeface="3270 Nerd Font Mono"/>
                <a:ea typeface="3270 Nerd Font Mono"/>
                <a:cs typeface="3270 Nerd Font Mono"/>
              </a:rPr>
              <a:t>Data &amp; Informasi</a:t>
            </a: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</a:t>
            </a:r>
            <a:b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Pada Website </a:t>
            </a:r>
            <a:endParaRPr sz="72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375067919" name=""/>
          <p:cNvSpPr txBox="1"/>
          <p:nvPr/>
        </p:nvSpPr>
        <p:spPr bwMode="auto">
          <a:xfrm rot="0" flipH="0" flipV="0">
            <a:off x="1565601" y="4556255"/>
            <a:ext cx="9447672" cy="1615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Muhammad Rafly Fattaya</a:t>
            </a: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(310124023697)</a:t>
            </a:r>
            <a:endParaRPr sz="2000">
              <a:solidFill>
                <a:schemeClr val="bg1"/>
              </a:solidFill>
              <a:latin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Jonathan Andrew Wijaya (310124023844)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Nazril Anbiya Rasyada (310124023851)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Muhammad Iqbal Fahrezi (310124023855)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Valentinus Bolly Wuran Tedez (310124023876)</a:t>
            </a:r>
            <a:endParaRPr sz="20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14872096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3622697" flipH="0" flipV="0">
            <a:off x="15000783" y="1333498"/>
            <a:ext cx="2304372" cy="2179134"/>
          </a:xfrm>
          <a:prstGeom prst="rect">
            <a:avLst/>
          </a:prstGeom>
        </p:spPr>
      </p:pic>
      <p:pic>
        <p:nvPicPr>
          <p:cNvPr id="159648117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-4608150" y="4082985"/>
            <a:ext cx="1974427" cy="1974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ntr" presetSubtype="5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028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9" dur="500"/>
                                        <p:tgtEl>
                                          <p:spTgt spid="454028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067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4" dur="500"/>
                                        <p:tgtEl>
                                          <p:spTgt spid="375067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4540282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4028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3750679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5067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855196" name=""/>
          <p:cNvSpPr/>
          <p:nvPr/>
        </p:nvSpPr>
        <p:spPr bwMode="auto">
          <a:xfrm rot="0" flipH="0" flipV="0">
            <a:off x="33045" y="14881"/>
            <a:ext cx="12129490" cy="6846093"/>
          </a:xfrm>
          <a:prstGeom prst="rect">
            <a:avLst/>
          </a:prstGeom>
          <a:solidFill>
            <a:srgbClr val="000000">
              <a:alpha val="75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98657606" name=""/>
          <p:cNvSpPr txBox="1"/>
          <p:nvPr/>
        </p:nvSpPr>
        <p:spPr bwMode="auto">
          <a:xfrm rot="0" flipH="0" flipV="0">
            <a:off x="344849" y="266699"/>
            <a:ext cx="695504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>
                <a:solidFill>
                  <a:schemeClr val="accent1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3600">
              <a:solidFill>
                <a:schemeClr val="accent1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sp>
        <p:nvSpPr>
          <p:cNvPr id="192601843" name=""/>
          <p:cNvSpPr txBox="1"/>
          <p:nvPr/>
        </p:nvSpPr>
        <p:spPr bwMode="auto">
          <a:xfrm rot="0" flipH="0" flipV="0">
            <a:off x="361177" y="1439635"/>
            <a:ext cx="8371256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>
                <a:solidFill>
                  <a:schemeClr val="bg1"/>
                </a:solidFill>
                <a:latin typeface="3270 Nerd Font Mono"/>
                <a:cs typeface="3270 Nerd Font Mono"/>
              </a:rPr>
              <a:t>Perlindungan atas data dan informasi pada era digital ini menjadi hal yang sangat penting</a:t>
            </a:r>
            <a:r>
              <a:rPr sz="2600">
                <a:solidFill>
                  <a:schemeClr val="bg1"/>
                </a:solidFill>
                <a:latin typeface="3270 Nerd Font Mono"/>
                <a:cs typeface="3270 Nerd Font Mono"/>
              </a:rPr>
              <a:t> yang disebabkan oleh banyaknya tindakan kejahatan yang dapat merugikan banyak pihak tanpa adanya keamanan data &amp; informasi</a:t>
            </a:r>
            <a:endParaRPr sz="26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97162217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190533" y="1333499"/>
            <a:ext cx="2304373" cy="2179135"/>
          </a:xfrm>
          <a:prstGeom prst="rect">
            <a:avLst/>
          </a:prstGeom>
        </p:spPr>
      </p:pic>
      <p:sp>
        <p:nvSpPr>
          <p:cNvPr id="278047360" name=""/>
          <p:cNvSpPr txBox="1"/>
          <p:nvPr/>
        </p:nvSpPr>
        <p:spPr bwMode="auto">
          <a:xfrm rot="0" flipH="0" flipV="0">
            <a:off x="3052731" y="4299856"/>
            <a:ext cx="8442175" cy="1676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00164263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44849" y="4082986"/>
            <a:ext cx="1974428" cy="19744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8657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2" dur="500"/>
                                        <p:tgtEl>
                                          <p:spTgt spid="2098657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60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9" dur="500"/>
                                        <p:tgtEl>
                                          <p:spTgt spid="192601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047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6" dur="500"/>
                                        <p:tgtEl>
                                          <p:spTgt spid="278047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2026-04-11T17:32:55Z</dcterms:modified>
</cp:coreProperties>
</file>
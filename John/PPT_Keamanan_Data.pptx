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75627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4190431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9909249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202053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6578631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9757956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3137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607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8142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00072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9000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66306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BA6ACB-3E33-26F6-A403-98F136AD5B1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82662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14385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05875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39D5EF-2069-A470-28AA-B70803322AC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7560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4862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31799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ED4EA8-CDAC-D53C-F10F-1AE6B5111CF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6339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56569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9467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E7097A-5D08-F5CE-2247-0D17B0AF4C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46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0671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3698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B068C6-D034-77F0-FCE9-043222456E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5528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8524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7978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29B7F6-FA80-661A-DB3F-46AC03E35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4006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92384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79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ABB1DB-E701-DC36-77EF-7664D5FE73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9067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59007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99436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E0A74-FE12-8F78-B2BB-D20785F218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8116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6985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99261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44B117-346C-82ED-8C50-8301F39D88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2378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66815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9666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E6FC8-B6B2-F2DA-B265-9B07F1DC2F1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25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1464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39790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95A7EF-A7CA-014C-CD27-DDD2BC3F20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783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007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3710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44255C-9AE0-006D-B380-F655DC648F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5146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374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640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38265B-3B52-744A-5E9D-CB883805AA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8018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6057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8049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FD684-F1BA-E9EE-CF27-953CF4CDE9F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026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67307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12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01DB9-F40D-4C6C-06E5-2AD012DF8F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99527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78850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895897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56897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43983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4573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1405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592190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40324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81372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184567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242000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861501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61604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40546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4663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835891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9986411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62137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50472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111878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11105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826075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868098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539445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792186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51384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254187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49713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8892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0783737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145106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92430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69693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090171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256087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23648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281251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8490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6946245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5199803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55282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72108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308582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2784745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689405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352569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55226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0980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946838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02007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59814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27534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58728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331939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4546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66096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00038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400331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752182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641610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174748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7683026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909662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pic>
        <p:nvPicPr>
          <p:cNvPr id="12117571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-100443" y="-66185"/>
            <a:ext cx="12293287" cy="6928947"/>
          </a:xfrm>
          <a:prstGeom prst="rect">
            <a:avLst/>
          </a:prstGeom>
        </p:spPr>
      </p:pic>
      <p:sp>
        <p:nvSpPr>
          <p:cNvPr id="1861542450" name=""/>
          <p:cNvSpPr/>
          <p:nvPr/>
        </p:nvSpPr>
        <p:spPr bwMode="auto">
          <a:xfrm rot="0" flipH="0" flipV="0">
            <a:off x="-360000" y="-89997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262601822" name=""/>
          <p:cNvSpPr txBox="1"/>
          <p:nvPr/>
        </p:nvSpPr>
        <p:spPr bwMode="auto">
          <a:xfrm rot="0" flipH="0" flipV="0">
            <a:off x="618220" y="1242418"/>
            <a:ext cx="7861918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85804970" name=""/>
          <p:cNvSpPr txBox="1"/>
          <p:nvPr/>
        </p:nvSpPr>
        <p:spPr bwMode="auto">
          <a:xfrm rot="0" flipH="0" flipV="0">
            <a:off x="618220" y="4127627"/>
            <a:ext cx="945163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19566823" name=""/>
          <p:cNvSpPr/>
          <p:nvPr/>
        </p:nvSpPr>
        <p:spPr bwMode="auto">
          <a:xfrm rot="0" flipH="0" flipV="0">
            <a:off x="-18704970" y="15873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67895567" name=""/>
          <p:cNvSpPr txBox="1"/>
          <p:nvPr/>
        </p:nvSpPr>
        <p:spPr bwMode="auto">
          <a:xfrm rot="0" flipH="0" flipV="0">
            <a:off x="-19853392" y="601978"/>
            <a:ext cx="920266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3828438" name=""/>
          <p:cNvSpPr txBox="1"/>
          <p:nvPr/>
        </p:nvSpPr>
        <p:spPr bwMode="auto">
          <a:xfrm rot="0" flipH="0" flipV="0">
            <a:off x="-19439061" y="1757448"/>
            <a:ext cx="8513318" cy="23701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294109183" name=""/>
          <p:cNvSpPr txBox="1"/>
          <p:nvPr/>
        </p:nvSpPr>
        <p:spPr bwMode="auto">
          <a:xfrm rot="0" flipH="0" flipV="0">
            <a:off x="-19439061" y="4387979"/>
            <a:ext cx="8514038" cy="19144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215502703" name=""/>
          <p:cNvSpPr/>
          <p:nvPr/>
        </p:nvSpPr>
        <p:spPr bwMode="auto">
          <a:xfrm rot="0" flipH="0" flipV="0">
            <a:off x="-26186176" y="15874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93920599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29162561" y="216964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48991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2102212" y="-66185"/>
            <a:ext cx="12293287" cy="6928947"/>
          </a:xfrm>
          <a:prstGeom prst="rect">
            <a:avLst/>
          </a:prstGeom>
        </p:spPr>
      </p:pic>
      <p:sp>
        <p:nvSpPr>
          <p:cNvPr id="2109160743" name=""/>
          <p:cNvSpPr/>
          <p:nvPr/>
        </p:nvSpPr>
        <p:spPr bwMode="auto">
          <a:xfrm rot="0" flipH="0" flipV="0">
            <a:off x="5932038" y="-89996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640672341" name=""/>
          <p:cNvSpPr txBox="1"/>
          <p:nvPr/>
        </p:nvSpPr>
        <p:spPr bwMode="auto">
          <a:xfrm rot="0" flipH="0" flipV="0">
            <a:off x="6910260" y="1242418"/>
            <a:ext cx="7862277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05229758" name=""/>
          <p:cNvSpPr txBox="1"/>
          <p:nvPr/>
        </p:nvSpPr>
        <p:spPr bwMode="auto">
          <a:xfrm rot="0" flipH="0" flipV="0">
            <a:off x="6910260" y="4127627"/>
            <a:ext cx="945199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20041386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706391094" name=""/>
          <p:cNvSpPr/>
          <p:nvPr/>
        </p:nvSpPr>
        <p:spPr bwMode="auto">
          <a:xfrm rot="0" flipH="0" flipV="0">
            <a:off x="-283798" y="-31750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420823429" name=""/>
          <p:cNvSpPr txBox="1"/>
          <p:nvPr/>
        </p:nvSpPr>
        <p:spPr bwMode="auto">
          <a:xfrm rot="0" flipH="0" flipV="0">
            <a:off x="2893829" y="601978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151335426" name=""/>
          <p:cNvSpPr txBox="1"/>
          <p:nvPr/>
        </p:nvSpPr>
        <p:spPr bwMode="auto">
          <a:xfrm rot="0" flipH="0" flipV="0">
            <a:off x="3308160" y="1757448"/>
            <a:ext cx="851367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579451186" name=""/>
          <p:cNvSpPr txBox="1"/>
          <p:nvPr/>
        </p:nvSpPr>
        <p:spPr bwMode="auto">
          <a:xfrm rot="0" flipH="0" flipV="0">
            <a:off x="3308160" y="438797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088334076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8055072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92628" y="2169642"/>
            <a:ext cx="2518714" cy="2518714"/>
          </a:xfrm>
          <a:prstGeom prst="rect">
            <a:avLst/>
          </a:prstGeom>
        </p:spPr>
      </p:pic>
      <p:sp>
        <p:nvSpPr>
          <p:cNvPr id="1648940330" name=""/>
          <p:cNvSpPr txBox="1"/>
          <p:nvPr/>
        </p:nvSpPr>
        <p:spPr bwMode="auto">
          <a:xfrm rot="0" flipH="0" flipV="0">
            <a:off x="4263655" y="7180011"/>
            <a:ext cx="753082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650387030" name=""/>
          <p:cNvSpPr txBox="1"/>
          <p:nvPr/>
        </p:nvSpPr>
        <p:spPr bwMode="auto">
          <a:xfrm rot="0" flipH="0" flipV="0">
            <a:off x="3704061" y="9813283"/>
            <a:ext cx="812124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24762795" name=""/>
          <p:cNvSpPr txBox="1"/>
          <p:nvPr/>
        </p:nvSpPr>
        <p:spPr bwMode="auto">
          <a:xfrm rot="0" flipH="0" flipV="0">
            <a:off x="3704061" y="13563222"/>
            <a:ext cx="822240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33225644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82022" y="-3657216"/>
            <a:ext cx="2147117" cy="21471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736457" name=""/>
          <p:cNvSpPr/>
          <p:nvPr/>
        </p:nvSpPr>
        <p:spPr bwMode="auto">
          <a:xfrm rot="0" flipH="0" flipV="0">
            <a:off x="-283797" y="-31749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260089651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29705667" name=""/>
          <p:cNvSpPr txBox="1"/>
          <p:nvPr/>
        </p:nvSpPr>
        <p:spPr bwMode="auto">
          <a:xfrm rot="0" flipH="0" flipV="0">
            <a:off x="2893828" y="601977"/>
            <a:ext cx="920230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99079870" name=""/>
          <p:cNvSpPr txBox="1"/>
          <p:nvPr/>
        </p:nvSpPr>
        <p:spPr bwMode="auto">
          <a:xfrm rot="0" flipH="0" flipV="0">
            <a:off x="3308159" y="1757448"/>
            <a:ext cx="8513678" cy="23701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994736699" name=""/>
          <p:cNvSpPr txBox="1"/>
          <p:nvPr/>
        </p:nvSpPr>
        <p:spPr bwMode="auto">
          <a:xfrm rot="0" flipH="0" flipV="0">
            <a:off x="3308159" y="4387978"/>
            <a:ext cx="8513678" cy="191450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870827052" name=""/>
          <p:cNvSpPr/>
          <p:nvPr/>
        </p:nvSpPr>
        <p:spPr bwMode="auto">
          <a:xfrm rot="0" flipH="0" flipV="0">
            <a:off x="-283797" y="-31748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60976870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2627" y="2169641"/>
            <a:ext cx="2518713" cy="2518713"/>
          </a:xfrm>
          <a:prstGeom prst="rect">
            <a:avLst/>
          </a:prstGeom>
        </p:spPr>
      </p:pic>
      <p:sp>
        <p:nvSpPr>
          <p:cNvPr id="1503005690" name=""/>
          <p:cNvSpPr txBox="1"/>
          <p:nvPr/>
        </p:nvSpPr>
        <p:spPr bwMode="auto">
          <a:xfrm rot="0" flipH="0" flipV="0">
            <a:off x="4263654" y="7180011"/>
            <a:ext cx="7530823" cy="11890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577109243" name=""/>
          <p:cNvSpPr txBox="1"/>
          <p:nvPr/>
        </p:nvSpPr>
        <p:spPr bwMode="auto">
          <a:xfrm rot="0" flipH="0" flipV="0">
            <a:off x="3704060" y="9813282"/>
            <a:ext cx="812124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470699083" name=""/>
          <p:cNvSpPr txBox="1"/>
          <p:nvPr/>
        </p:nvSpPr>
        <p:spPr bwMode="auto">
          <a:xfrm rot="0" flipH="0" flipV="0">
            <a:off x="3704060" y="13563221"/>
            <a:ext cx="822240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203479114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82021" y="-3657215"/>
            <a:ext cx="2147116" cy="21471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42241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660401856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745022082" name=""/>
          <p:cNvSpPr txBox="1"/>
          <p:nvPr/>
        </p:nvSpPr>
        <p:spPr bwMode="auto">
          <a:xfrm rot="0" flipH="0" flipV="0">
            <a:off x="2893829" y="-11018520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20395158" name=""/>
          <p:cNvSpPr txBox="1"/>
          <p:nvPr/>
        </p:nvSpPr>
        <p:spPr bwMode="auto">
          <a:xfrm rot="0" flipH="0" flipV="0">
            <a:off x="3308160" y="-7402426"/>
            <a:ext cx="851295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775672713" name=""/>
          <p:cNvSpPr txBox="1"/>
          <p:nvPr/>
        </p:nvSpPr>
        <p:spPr bwMode="auto">
          <a:xfrm rot="0" flipH="0" flipV="0">
            <a:off x="3308160" y="-297801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602227665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6151625" name=""/>
          <p:cNvSpPr txBox="1"/>
          <p:nvPr/>
        </p:nvSpPr>
        <p:spPr bwMode="auto">
          <a:xfrm rot="0" flipH="0" flipV="0">
            <a:off x="4263656" y="214855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857742771" name=""/>
          <p:cNvSpPr txBox="1"/>
          <p:nvPr/>
        </p:nvSpPr>
        <p:spPr bwMode="auto">
          <a:xfrm rot="0" flipH="0" flipV="0">
            <a:off x="3704062" y="1657501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21764844" name=""/>
          <p:cNvSpPr txBox="1"/>
          <p:nvPr/>
        </p:nvSpPr>
        <p:spPr bwMode="auto">
          <a:xfrm rot="0" flipH="0" flipV="0">
            <a:off x="3704062" y="3978504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9877044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2355440"/>
            <a:ext cx="2147117" cy="2147117"/>
          </a:xfrm>
          <a:prstGeom prst="rect">
            <a:avLst/>
          </a:prstGeom>
        </p:spPr>
      </p:pic>
      <p:sp>
        <p:nvSpPr>
          <p:cNvPr id="1779283911" name=""/>
          <p:cNvSpPr txBox="1"/>
          <p:nvPr/>
        </p:nvSpPr>
        <p:spPr bwMode="auto">
          <a:xfrm rot="0" flipH="0" flipV="0">
            <a:off x="3802903" y="7634027"/>
            <a:ext cx="8123923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39932099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0" y="-3599626"/>
            <a:ext cx="2183301" cy="2183301"/>
          </a:xfrm>
          <a:prstGeom prst="rect">
            <a:avLst/>
          </a:prstGeom>
        </p:spPr>
      </p:pic>
      <p:pic>
        <p:nvPicPr>
          <p:cNvPr id="28303056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8" y="13716478"/>
            <a:ext cx="826872" cy="789881"/>
          </a:xfrm>
          <a:prstGeom prst="rect">
            <a:avLst/>
          </a:prstGeom>
        </p:spPr>
      </p:pic>
      <p:pic>
        <p:nvPicPr>
          <p:cNvPr id="97030126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0" y="17529300"/>
            <a:ext cx="941857" cy="941857"/>
          </a:xfrm>
          <a:prstGeom prst="rect">
            <a:avLst/>
          </a:prstGeom>
        </p:spPr>
      </p:pic>
      <p:pic>
        <p:nvPicPr>
          <p:cNvPr id="7297656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8" y="23303849"/>
            <a:ext cx="836973" cy="836973"/>
          </a:xfrm>
          <a:prstGeom prst="rect">
            <a:avLst/>
          </a:prstGeom>
        </p:spPr>
      </p:pic>
      <p:pic>
        <p:nvPicPr>
          <p:cNvPr id="185222073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8" y="30783264"/>
            <a:ext cx="843876" cy="843876"/>
          </a:xfrm>
          <a:prstGeom prst="rect">
            <a:avLst/>
          </a:prstGeom>
        </p:spPr>
      </p:pic>
      <p:pic>
        <p:nvPicPr>
          <p:cNvPr id="730418664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371166" y="10505858"/>
            <a:ext cx="904451" cy="789562"/>
          </a:xfrm>
          <a:prstGeom prst="rect">
            <a:avLst/>
          </a:prstGeom>
        </p:spPr>
      </p:pic>
      <p:pic>
        <p:nvPicPr>
          <p:cNvPr id="2093591712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192627" y="931339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208103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219515027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717138186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9135438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668082095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210763661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83853453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213389586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157583048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70750584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184814941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16905850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754488065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2024865246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521520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584331813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477896392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89684374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200421671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913126868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9626614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31904015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925433886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91094529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153881348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881691429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178824115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1601533034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1204517906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63480529" name=""/>
          <p:cNvSpPr txBox="1"/>
          <p:nvPr/>
        </p:nvSpPr>
        <p:spPr bwMode="auto">
          <a:xfrm rot="0" flipH="0" flipV="0">
            <a:off x="4505554" y="2727672"/>
            <a:ext cx="824184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899173738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958112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358748513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517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2045179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80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3480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9173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8991737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58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9958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8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358748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18131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242875535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324694758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8952865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2129148411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28124740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123988126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09553100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24014094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516809337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328751371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4677549" name=""/>
          <p:cNvSpPr txBox="1"/>
          <p:nvPr/>
        </p:nvSpPr>
        <p:spPr bwMode="auto">
          <a:xfrm rot="0" flipH="0" flipV="0">
            <a:off x="4505554" y="2728212"/>
            <a:ext cx="824292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540324260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2063436749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549045966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188818383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3" y="-4049485"/>
            <a:ext cx="2358154" cy="1907721"/>
          </a:xfrm>
          <a:prstGeom prst="rect">
            <a:avLst/>
          </a:prstGeom>
        </p:spPr>
      </p:pic>
      <p:sp>
        <p:nvSpPr>
          <p:cNvPr id="1958875408" name=""/>
          <p:cNvSpPr txBox="1"/>
          <p:nvPr/>
        </p:nvSpPr>
        <p:spPr bwMode="auto">
          <a:xfrm rot="0" flipH="0" flipV="0">
            <a:off x="444823" y="-8824986"/>
            <a:ext cx="182187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662312184" name=""/>
          <p:cNvSpPr txBox="1"/>
          <p:nvPr/>
        </p:nvSpPr>
        <p:spPr bwMode="auto">
          <a:xfrm rot="0" flipH="0" flipV="0">
            <a:off x="3371166" y="8142094"/>
            <a:ext cx="82371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688981913" name=""/>
          <p:cNvSpPr txBox="1"/>
          <p:nvPr/>
        </p:nvSpPr>
        <p:spPr bwMode="auto">
          <a:xfrm rot="0" flipH="0" flipV="0">
            <a:off x="3450540" y="12458340"/>
            <a:ext cx="80102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77342014" name=""/>
          <p:cNvSpPr txBox="1"/>
          <p:nvPr/>
        </p:nvSpPr>
        <p:spPr bwMode="auto">
          <a:xfrm rot="0" flipH="0" flipV="0">
            <a:off x="3450540" y="19096840"/>
            <a:ext cx="801749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72213998" name=""/>
          <p:cNvSpPr txBox="1"/>
          <p:nvPr/>
        </p:nvSpPr>
        <p:spPr bwMode="auto">
          <a:xfrm rot="0" flipH="0" flipV="0">
            <a:off x="3460737" y="19517012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72253631" name=""/>
          <p:cNvSpPr/>
          <p:nvPr/>
        </p:nvSpPr>
        <p:spPr bwMode="auto">
          <a:xfrm rot="0" flipH="0" flipV="0">
            <a:off x="5514773" y="19561824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184094568" name=""/>
          <p:cNvSpPr txBox="1"/>
          <p:nvPr/>
        </p:nvSpPr>
        <p:spPr bwMode="auto">
          <a:xfrm rot="0" flipH="0" flipV="0">
            <a:off x="3460737" y="25516657"/>
            <a:ext cx="80189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56698408" name=""/>
          <p:cNvSpPr txBox="1"/>
          <p:nvPr/>
        </p:nvSpPr>
        <p:spPr bwMode="auto">
          <a:xfrm rot="0" flipH="0" flipV="0">
            <a:off x="3490228" y="26021452"/>
            <a:ext cx="79258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373092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366035121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517275201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4678783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sp>
        <p:nvSpPr>
          <p:cNvPr id="1021286345" name=""/>
          <p:cNvSpPr txBox="1"/>
          <p:nvPr/>
        </p:nvSpPr>
        <p:spPr bwMode="auto">
          <a:xfrm rot="0" flipH="0" flipV="0">
            <a:off x="3802903" y="-26370220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203781569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-20283703"/>
            <a:ext cx="904453" cy="789563"/>
          </a:xfrm>
          <a:prstGeom prst="rect">
            <a:avLst/>
          </a:prstGeom>
        </p:spPr>
      </p:pic>
      <p:pic>
        <p:nvPicPr>
          <p:cNvPr id="209664011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-14239395"/>
            <a:ext cx="826873" cy="789881"/>
          </a:xfrm>
          <a:prstGeom prst="rect">
            <a:avLst/>
          </a:prstGeom>
        </p:spPr>
      </p:pic>
      <p:pic>
        <p:nvPicPr>
          <p:cNvPr id="201808808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-9093072"/>
            <a:ext cx="941857" cy="941857"/>
          </a:xfrm>
          <a:prstGeom prst="rect">
            <a:avLst/>
          </a:prstGeom>
        </p:spPr>
      </p:pic>
      <p:pic>
        <p:nvPicPr>
          <p:cNvPr id="163397311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-5033024"/>
            <a:ext cx="836974" cy="836974"/>
          </a:xfrm>
          <a:prstGeom prst="rect">
            <a:avLst/>
          </a:prstGeom>
        </p:spPr>
      </p:pic>
      <p:pic>
        <p:nvPicPr>
          <p:cNvPr id="192875352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-2125609"/>
            <a:ext cx="843876" cy="843876"/>
          </a:xfrm>
          <a:prstGeom prst="rect">
            <a:avLst/>
          </a:prstGeom>
        </p:spPr>
      </p:pic>
      <p:sp>
        <p:nvSpPr>
          <p:cNvPr id="869010842" name=""/>
          <p:cNvSpPr txBox="1"/>
          <p:nvPr/>
        </p:nvSpPr>
        <p:spPr bwMode="auto">
          <a:xfrm rot="0" flipH="0" flipV="0">
            <a:off x="4499435" y="-20180183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600748441" name=""/>
          <p:cNvSpPr txBox="1"/>
          <p:nvPr/>
        </p:nvSpPr>
        <p:spPr bwMode="auto">
          <a:xfrm rot="0" flipH="0" flipV="0">
            <a:off x="4499435" y="-8906745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254465950" name=""/>
          <p:cNvSpPr txBox="1"/>
          <p:nvPr/>
        </p:nvSpPr>
        <p:spPr bwMode="auto">
          <a:xfrm rot="0" flipH="0" flipV="0">
            <a:off x="4505555" y="-4836510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86686068" name=""/>
          <p:cNvSpPr txBox="1"/>
          <p:nvPr/>
        </p:nvSpPr>
        <p:spPr bwMode="auto">
          <a:xfrm rot="0" flipH="0" flipV="0">
            <a:off x="4505555" y="-1989172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491013332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442044000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172869558" name=""/>
          <p:cNvSpPr txBox="1"/>
          <p:nvPr/>
        </p:nvSpPr>
        <p:spPr bwMode="auto">
          <a:xfrm rot="0" flipH="0" flipV="0">
            <a:off x="3371166" y="474290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072531581" name=""/>
          <p:cNvSpPr txBox="1"/>
          <p:nvPr/>
        </p:nvSpPr>
        <p:spPr bwMode="auto">
          <a:xfrm rot="0" flipH="0" flipV="0">
            <a:off x="3450541" y="140933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89918967" name=""/>
          <p:cNvSpPr txBox="1"/>
          <p:nvPr/>
        </p:nvSpPr>
        <p:spPr bwMode="auto">
          <a:xfrm rot="0" flipH="0" flipV="0">
            <a:off x="3450541" y="3666341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57913402" name=""/>
          <p:cNvSpPr txBox="1"/>
          <p:nvPr/>
        </p:nvSpPr>
        <p:spPr bwMode="auto">
          <a:xfrm rot="0" flipH="0" flipV="0">
            <a:off x="3460738" y="4086514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2833611" name=""/>
          <p:cNvSpPr/>
          <p:nvPr/>
        </p:nvSpPr>
        <p:spPr bwMode="auto">
          <a:xfrm rot="0" flipH="0" flipV="0">
            <a:off x="5514774" y="4131325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998559618" name=""/>
          <p:cNvSpPr txBox="1"/>
          <p:nvPr/>
        </p:nvSpPr>
        <p:spPr bwMode="auto">
          <a:xfrm rot="0" flipH="0" flipV="0">
            <a:off x="3460738" y="5133158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31097646" name=""/>
          <p:cNvSpPr txBox="1"/>
          <p:nvPr/>
        </p:nvSpPr>
        <p:spPr bwMode="auto">
          <a:xfrm rot="0" flipH="0" flipV="0">
            <a:off x="3490229" y="5637953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37307207" name=""/>
          <p:cNvSpPr txBox="1"/>
          <p:nvPr/>
        </p:nvSpPr>
        <p:spPr bwMode="auto">
          <a:xfrm rot="0" flipH="0" flipV="0">
            <a:off x="3371166" y="7714548"/>
            <a:ext cx="82393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803448850" name=""/>
          <p:cNvSpPr/>
          <p:nvPr/>
        </p:nvSpPr>
        <p:spPr bwMode="auto">
          <a:xfrm flipH="0" flipV="0">
            <a:off x="3360341" y="10229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1826185691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4003024" y="14321264"/>
            <a:ext cx="1133476" cy="1133476"/>
          </a:xfrm>
          <a:prstGeom prst="rect">
            <a:avLst/>
          </a:prstGeom>
        </p:spPr>
      </p:pic>
      <p:sp>
        <p:nvSpPr>
          <p:cNvPr id="1201633210" name=""/>
          <p:cNvSpPr/>
          <p:nvPr/>
        </p:nvSpPr>
        <p:spPr bwMode="auto">
          <a:xfrm flipH="0" flipV="0">
            <a:off x="6258117" y="12658564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293211772" name=""/>
          <p:cNvSpPr/>
          <p:nvPr/>
        </p:nvSpPr>
        <p:spPr bwMode="auto">
          <a:xfrm flipH="0" flipV="0">
            <a:off x="9155893" y="14801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371602501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 flipH="0" flipV="0">
            <a:off x="9977254" y="19044431"/>
            <a:ext cx="1005643" cy="982309"/>
          </a:xfrm>
          <a:prstGeom prst="rect">
            <a:avLst/>
          </a:prstGeom>
        </p:spPr>
      </p:pic>
      <p:pic>
        <p:nvPicPr>
          <p:cNvPr id="1445821524" name="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 flipH="0" flipV="0">
            <a:off x="6843506" y="17052474"/>
            <a:ext cx="1477585" cy="831141"/>
          </a:xfrm>
          <a:prstGeom prst="rect">
            <a:avLst/>
          </a:prstGeom>
        </p:spPr>
      </p:pic>
      <p:sp>
        <p:nvSpPr>
          <p:cNvPr id="1941975717" name=""/>
          <p:cNvSpPr txBox="1"/>
          <p:nvPr/>
        </p:nvSpPr>
        <p:spPr bwMode="auto">
          <a:xfrm rot="0" flipH="0" flipV="0">
            <a:off x="4505554" y="-14135716"/>
            <a:ext cx="8243283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866787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322699927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328454016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6546303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pic>
        <p:nvPicPr>
          <p:cNvPr id="166352101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011355555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306707695" name=""/>
          <p:cNvSpPr txBox="1"/>
          <p:nvPr/>
        </p:nvSpPr>
        <p:spPr bwMode="auto">
          <a:xfrm rot="0" flipH="0" flipV="0">
            <a:off x="3371166" y="-11527209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44236089" name=""/>
          <p:cNvSpPr txBox="1"/>
          <p:nvPr/>
        </p:nvSpPr>
        <p:spPr bwMode="auto">
          <a:xfrm rot="0" flipH="0" flipV="0">
            <a:off x="3450541" y="-868715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21970301" name=""/>
          <p:cNvSpPr txBox="1"/>
          <p:nvPr/>
        </p:nvSpPr>
        <p:spPr bwMode="auto">
          <a:xfrm rot="0" flipH="0" flipV="0">
            <a:off x="3450541" y="-4477533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99653454" name=""/>
          <p:cNvSpPr txBox="1"/>
          <p:nvPr/>
        </p:nvSpPr>
        <p:spPr bwMode="auto">
          <a:xfrm rot="0" flipH="0" flipV="0">
            <a:off x="3460738" y="-4057360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60421195" name=""/>
          <p:cNvSpPr/>
          <p:nvPr/>
        </p:nvSpPr>
        <p:spPr bwMode="auto">
          <a:xfrm rot="0" flipH="0" flipV="0">
            <a:off x="5514774" y="-4012548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250415096" name=""/>
          <p:cNvSpPr txBox="1"/>
          <p:nvPr/>
        </p:nvSpPr>
        <p:spPr bwMode="auto">
          <a:xfrm rot="0" flipH="0" flipV="0">
            <a:off x="3460738" y="-1439091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145491689" name=""/>
          <p:cNvSpPr txBox="1"/>
          <p:nvPr/>
        </p:nvSpPr>
        <p:spPr bwMode="auto">
          <a:xfrm rot="0" flipH="0" flipV="0">
            <a:off x="3490229" y="-934296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43388181" name=""/>
          <p:cNvSpPr txBox="1"/>
          <p:nvPr/>
        </p:nvSpPr>
        <p:spPr bwMode="auto">
          <a:xfrm rot="0" flipH="0" flipV="0">
            <a:off x="3371166" y="475369"/>
            <a:ext cx="82389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143371110" name=""/>
          <p:cNvSpPr/>
          <p:nvPr/>
        </p:nvSpPr>
        <p:spPr bwMode="auto">
          <a:xfrm flipH="0" flipV="0">
            <a:off x="3360342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20462111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5" y="5415390"/>
            <a:ext cx="1133477" cy="1133477"/>
          </a:xfrm>
          <a:prstGeom prst="rect">
            <a:avLst/>
          </a:prstGeom>
        </p:spPr>
      </p:pic>
      <p:sp>
        <p:nvSpPr>
          <p:cNvPr id="1053851396" name=""/>
          <p:cNvSpPr/>
          <p:nvPr/>
        </p:nvSpPr>
        <p:spPr bwMode="auto">
          <a:xfrm flipH="0" flipV="0">
            <a:off x="6258118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698573850" name=""/>
          <p:cNvSpPr/>
          <p:nvPr/>
        </p:nvSpPr>
        <p:spPr bwMode="auto">
          <a:xfrm flipH="0" flipV="0">
            <a:off x="9155894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98546938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4" y="5566557"/>
            <a:ext cx="1005644" cy="982309"/>
          </a:xfrm>
          <a:prstGeom prst="rect">
            <a:avLst/>
          </a:prstGeom>
        </p:spPr>
      </p:pic>
      <p:pic>
        <p:nvPicPr>
          <p:cNvPr id="190400637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7" y="5717725"/>
            <a:ext cx="1477586" cy="831142"/>
          </a:xfrm>
          <a:prstGeom prst="rect">
            <a:avLst/>
          </a:prstGeom>
        </p:spPr>
      </p:pic>
      <p:sp>
        <p:nvSpPr>
          <p:cNvPr id="858213442" name=""/>
          <p:cNvSpPr txBox="1"/>
          <p:nvPr/>
        </p:nvSpPr>
        <p:spPr bwMode="auto">
          <a:xfrm rot="0" flipH="0" flipV="0">
            <a:off x="3371166" y="7418970"/>
            <a:ext cx="824688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997692036" name=""/>
          <p:cNvSpPr txBox="1"/>
          <p:nvPr/>
        </p:nvSpPr>
        <p:spPr bwMode="auto">
          <a:xfrm rot="0" flipH="0" flipV="0">
            <a:off x="3648105" y="13218637"/>
            <a:ext cx="75471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119174543" name=""/>
          <p:cNvSpPr txBox="1"/>
          <p:nvPr/>
        </p:nvSpPr>
        <p:spPr bwMode="auto">
          <a:xfrm rot="0" flipH="0" flipV="0">
            <a:off x="3711848" y="10123075"/>
            <a:ext cx="756299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  <p:sp>
        <p:nvSpPr>
          <p:cNvPr id="2133160116" name=""/>
          <p:cNvSpPr txBox="1"/>
          <p:nvPr/>
        </p:nvSpPr>
        <p:spPr bwMode="auto">
          <a:xfrm rot="0" flipH="0" flipV="0">
            <a:off x="3648105" y="16943833"/>
            <a:ext cx="7541527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072398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631625104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607346319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42828397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4"/>
            <a:ext cx="2183301" cy="2183301"/>
          </a:xfrm>
          <a:prstGeom prst="rect">
            <a:avLst/>
          </a:prstGeom>
        </p:spPr>
      </p:pic>
      <p:pic>
        <p:nvPicPr>
          <p:cNvPr id="98138962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1777676422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482572707" name=""/>
          <p:cNvSpPr txBox="1"/>
          <p:nvPr/>
        </p:nvSpPr>
        <p:spPr bwMode="auto">
          <a:xfrm rot="0" flipH="0" flipV="0">
            <a:off x="3371166" y="-12318013"/>
            <a:ext cx="8238962" cy="7227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121914743" name=""/>
          <p:cNvSpPr/>
          <p:nvPr/>
        </p:nvSpPr>
        <p:spPr bwMode="auto">
          <a:xfrm flipH="0" flipV="0">
            <a:off x="3360341" y="-9415155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57876945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4" y="-5323580"/>
            <a:ext cx="1133476" cy="1133476"/>
          </a:xfrm>
          <a:prstGeom prst="rect">
            <a:avLst/>
          </a:prstGeom>
        </p:spPr>
      </p:pic>
      <p:sp>
        <p:nvSpPr>
          <p:cNvPr id="1029784760" name=""/>
          <p:cNvSpPr/>
          <p:nvPr/>
        </p:nvSpPr>
        <p:spPr bwMode="auto">
          <a:xfrm flipH="0" flipV="0">
            <a:off x="6258117" y="-7314052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452216378" name=""/>
          <p:cNvSpPr/>
          <p:nvPr/>
        </p:nvSpPr>
        <p:spPr bwMode="auto">
          <a:xfrm flipH="0" flipV="0">
            <a:off x="9155893" y="-5539787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66165435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3" y="-1297045"/>
            <a:ext cx="1005643" cy="982308"/>
          </a:xfrm>
          <a:prstGeom prst="rect">
            <a:avLst/>
          </a:prstGeom>
        </p:spPr>
      </p:pic>
      <p:pic>
        <p:nvPicPr>
          <p:cNvPr id="118306443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6" y="-2920142"/>
            <a:ext cx="1477585" cy="831141"/>
          </a:xfrm>
          <a:prstGeom prst="rect">
            <a:avLst/>
          </a:prstGeom>
        </p:spPr>
      </p:pic>
      <p:sp>
        <p:nvSpPr>
          <p:cNvPr id="436026608" name=""/>
          <p:cNvSpPr txBox="1"/>
          <p:nvPr/>
        </p:nvSpPr>
        <p:spPr bwMode="auto">
          <a:xfrm rot="0" flipH="0" flipV="0">
            <a:off x="3371166" y="479148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529530132" name=""/>
          <p:cNvSpPr txBox="1"/>
          <p:nvPr/>
        </p:nvSpPr>
        <p:spPr bwMode="auto">
          <a:xfrm rot="0" flipH="0" flipV="0">
            <a:off x="3648105" y="2455389"/>
            <a:ext cx="75467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97570805" name=""/>
          <p:cNvSpPr txBox="1"/>
          <p:nvPr/>
        </p:nvSpPr>
        <p:spPr bwMode="auto">
          <a:xfrm rot="0" flipH="0" flipV="0">
            <a:off x="3648105" y="4561334"/>
            <a:ext cx="7541168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51289818" name=""/>
          <p:cNvSpPr txBox="1"/>
          <p:nvPr/>
        </p:nvSpPr>
        <p:spPr bwMode="auto">
          <a:xfrm rot="0" flipH="0" flipV="0">
            <a:off x="3371166" y="7498390"/>
            <a:ext cx="825264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73346524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248023" y="9804585"/>
            <a:ext cx="1578511" cy="1383759"/>
          </a:xfrm>
          <a:prstGeom prst="rect">
            <a:avLst/>
          </a:prstGeom>
        </p:spPr>
      </p:pic>
      <p:sp>
        <p:nvSpPr>
          <p:cNvPr id="1997417031" name=""/>
          <p:cNvSpPr txBox="1"/>
          <p:nvPr/>
        </p:nvSpPr>
        <p:spPr bwMode="auto">
          <a:xfrm rot="0" flipH="0" flipV="0">
            <a:off x="4945599" y="9856206"/>
            <a:ext cx="6844965" cy="12835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48310384" name=""/>
          <p:cNvSpPr txBox="1"/>
          <p:nvPr/>
        </p:nvSpPr>
        <p:spPr bwMode="auto">
          <a:xfrm rot="0" flipH="0" flipV="0">
            <a:off x="4945599" y="14777961"/>
            <a:ext cx="6860804" cy="12835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979748595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507923" y="14840038"/>
            <a:ext cx="1105416" cy="1105416"/>
          </a:xfrm>
          <a:prstGeom prst="rect">
            <a:avLst/>
          </a:prstGeom>
        </p:spPr>
      </p:pic>
      <p:sp>
        <p:nvSpPr>
          <p:cNvPr id="85111669" name=""/>
          <p:cNvSpPr txBox="1"/>
          <p:nvPr/>
        </p:nvSpPr>
        <p:spPr bwMode="auto">
          <a:xfrm rot="0" flipH="0" flipV="0">
            <a:off x="4945599" y="21730257"/>
            <a:ext cx="6908070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2089350337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3354621" y="21669105"/>
            <a:ext cx="1365315" cy="1107549"/>
          </a:xfrm>
          <a:prstGeom prst="rect">
            <a:avLst/>
          </a:prstGeom>
        </p:spPr>
      </p:pic>
      <p:sp>
        <p:nvSpPr>
          <p:cNvPr id="2111329212" name=""/>
          <p:cNvSpPr txBox="1"/>
          <p:nvPr/>
        </p:nvSpPr>
        <p:spPr bwMode="auto">
          <a:xfrm rot="0" flipH="0" flipV="0">
            <a:off x="3711848" y="1550576"/>
            <a:ext cx="756263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850355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40655239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591537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4"/>
            <a:ext cx="2183301" cy="2183301"/>
          </a:xfrm>
          <a:prstGeom prst="rect">
            <a:avLst/>
          </a:prstGeom>
        </p:spPr>
      </p:pic>
      <p:pic>
        <p:nvPicPr>
          <p:cNvPr id="159895366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7126441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34528459" name=""/>
          <p:cNvSpPr txBox="1"/>
          <p:nvPr/>
        </p:nvSpPr>
        <p:spPr bwMode="auto">
          <a:xfrm rot="0" flipH="0" flipV="0">
            <a:off x="3371166" y="-11835315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524204105" name=""/>
          <p:cNvSpPr txBox="1"/>
          <p:nvPr/>
        </p:nvSpPr>
        <p:spPr bwMode="auto">
          <a:xfrm rot="0" flipH="0" flipV="0">
            <a:off x="3371166" y="413991"/>
            <a:ext cx="825228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24902330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248024" y="1470211"/>
            <a:ext cx="1578512" cy="1383760"/>
          </a:xfrm>
          <a:prstGeom prst="rect">
            <a:avLst/>
          </a:prstGeom>
        </p:spPr>
      </p:pic>
      <p:sp>
        <p:nvSpPr>
          <p:cNvPr id="547305300" name=""/>
          <p:cNvSpPr txBox="1"/>
          <p:nvPr/>
        </p:nvSpPr>
        <p:spPr bwMode="auto">
          <a:xfrm rot="0" flipH="0" flipV="0">
            <a:off x="4945599" y="1521831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51681103" name=""/>
          <p:cNvSpPr txBox="1"/>
          <p:nvPr/>
        </p:nvSpPr>
        <p:spPr bwMode="auto">
          <a:xfrm rot="0" flipH="0" flipV="0">
            <a:off x="4945599" y="3228899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63263085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507924" y="3290976"/>
            <a:ext cx="1105417" cy="1105417"/>
          </a:xfrm>
          <a:prstGeom prst="rect">
            <a:avLst/>
          </a:prstGeom>
        </p:spPr>
      </p:pic>
      <p:sp>
        <p:nvSpPr>
          <p:cNvPr id="1696139752" name=""/>
          <p:cNvSpPr txBox="1"/>
          <p:nvPr/>
        </p:nvSpPr>
        <p:spPr bwMode="auto">
          <a:xfrm rot="0" flipH="0" flipV="0">
            <a:off x="4945599" y="5001976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76626834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3354622" y="4940823"/>
            <a:ext cx="1365316" cy="1107550"/>
          </a:xfrm>
          <a:prstGeom prst="rect">
            <a:avLst/>
          </a:prstGeom>
        </p:spPr>
      </p:pic>
      <p:pic>
        <p:nvPicPr>
          <p:cNvPr id="51376903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403686" y="-4182033"/>
            <a:ext cx="2164309" cy="2164309"/>
          </a:xfrm>
          <a:prstGeom prst="rect">
            <a:avLst/>
          </a:prstGeom>
        </p:spPr>
      </p:pic>
      <p:sp>
        <p:nvSpPr>
          <p:cNvPr id="1690389667" name=""/>
          <p:cNvSpPr txBox="1"/>
          <p:nvPr/>
        </p:nvSpPr>
        <p:spPr bwMode="auto">
          <a:xfrm rot="0" flipH="0" flipV="0">
            <a:off x="597222" y="-5848690"/>
            <a:ext cx="18229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967725249" name=""/>
          <p:cNvSpPr txBox="1"/>
          <p:nvPr/>
        </p:nvSpPr>
        <p:spPr bwMode="auto">
          <a:xfrm rot="0" flipH="0" flipV="0">
            <a:off x="3648105" y="-6062158"/>
            <a:ext cx="75471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Yang Critical Pada Whatsapp Web Yang Mampu Menyebabkan Serangan XSS Terus Menurus Melalui Open Redirect.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28186052" name=""/>
          <p:cNvSpPr txBox="1"/>
          <p:nvPr/>
        </p:nvSpPr>
        <p:spPr bwMode="auto">
          <a:xfrm rot="0" flipH="0" flipV="0">
            <a:off x="3648105" y="-2216069"/>
            <a:ext cx="7541527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12235646" name=""/>
          <p:cNvSpPr txBox="1"/>
          <p:nvPr/>
        </p:nvSpPr>
        <p:spPr bwMode="auto">
          <a:xfrm rot="0" flipH="0" flipV="0">
            <a:off x="3711848" y="-8890289"/>
            <a:ext cx="7562994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2440A0"/>
                    </a:gs>
                    <a:gs pos="100000">
                      <a:srgbClr val="6F8EFA"/>
                    </a:gs>
                  </a:gsLst>
                  <a:lin ang="8100000" scaled="1"/>
                </a:gradFill>
                <a:latin typeface="Comfortaa"/>
                <a:ea typeface="Comfortaa"/>
                <a:cs typeface="Comfortaa"/>
              </a:rPr>
              <a:t>Whatsapp Web XSS Vulnarability (2019)</a:t>
            </a:r>
            <a:endParaRPr sz="2800" b="1">
              <a:gradFill>
                <a:gsLst>
                  <a:gs pos="0">
                    <a:srgbClr val="2440A0"/>
                  </a:gs>
                  <a:gs pos="100000">
                    <a:srgbClr val="6F8EFA"/>
                  </a:gs>
                </a:gsLst>
                <a:lin ang="8100000" scaled="1"/>
              </a:gradFill>
              <a:latin typeface="Comfortaa"/>
              <a:cs typeface="Comfortaa"/>
            </a:endParaRPr>
          </a:p>
        </p:txBody>
      </p:sp>
      <p:sp>
        <p:nvSpPr>
          <p:cNvPr id="2097691521" name=""/>
          <p:cNvSpPr txBox="1"/>
          <p:nvPr/>
        </p:nvSpPr>
        <p:spPr bwMode="auto">
          <a:xfrm rot="0" flipH="0" flipV="0">
            <a:off x="4652730" y="7361992"/>
            <a:ext cx="624145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67766716" name=""/>
          <p:cNvSpPr txBox="1"/>
          <p:nvPr/>
        </p:nvSpPr>
        <p:spPr bwMode="auto">
          <a:xfrm rot="0" flipH="0" flipV="0">
            <a:off x="3450540" y="9128251"/>
            <a:ext cx="8167613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62993447" name=""/>
          <p:cNvSpPr txBox="1"/>
          <p:nvPr/>
        </p:nvSpPr>
        <p:spPr bwMode="auto">
          <a:xfrm rot="0" flipH="0" flipV="0">
            <a:off x="3450540" y="14136513"/>
            <a:ext cx="8027213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00FFFF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17725837" name=""/>
          <p:cNvSpPr txBox="1"/>
          <p:nvPr/>
        </p:nvSpPr>
        <p:spPr bwMode="auto">
          <a:xfrm rot="0" flipH="0" flipV="0">
            <a:off x="3460737" y="14556686"/>
            <a:ext cx="2404949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71424119" name=""/>
          <p:cNvSpPr/>
          <p:nvPr/>
        </p:nvSpPr>
        <p:spPr bwMode="auto">
          <a:xfrm rot="0" flipH="0" flipV="0">
            <a:off x="5423366" y="14601497"/>
            <a:ext cx="2349909" cy="412747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1=1 - -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865743555" name=""/>
          <p:cNvSpPr txBox="1"/>
          <p:nvPr/>
        </p:nvSpPr>
        <p:spPr bwMode="auto">
          <a:xfrm rot="0" flipH="0" flipV="0">
            <a:off x="3507923" y="20348291"/>
            <a:ext cx="8189572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301433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535468504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33631427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76503" y="11916794"/>
            <a:ext cx="2358154" cy="1907721"/>
          </a:xfrm>
          <a:prstGeom prst="rect">
            <a:avLst/>
          </a:prstGeom>
        </p:spPr>
      </p:pic>
      <p:sp>
        <p:nvSpPr>
          <p:cNvPr id="67296125" name=""/>
          <p:cNvSpPr txBox="1"/>
          <p:nvPr/>
        </p:nvSpPr>
        <p:spPr bwMode="auto">
          <a:xfrm rot="0" flipH="0" flipV="0">
            <a:off x="444822" y="9855739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810999309" name=""/>
          <p:cNvSpPr txBox="1"/>
          <p:nvPr/>
        </p:nvSpPr>
        <p:spPr bwMode="auto">
          <a:xfrm rot="0" flipH="0" flipV="0">
            <a:off x="3371166" y="-15778507"/>
            <a:ext cx="825228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68773891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48024" y="-11208420"/>
            <a:ext cx="1578512" cy="1383760"/>
          </a:xfrm>
          <a:prstGeom prst="rect">
            <a:avLst/>
          </a:prstGeom>
        </p:spPr>
      </p:pic>
      <p:sp>
        <p:nvSpPr>
          <p:cNvPr id="1400031865" name=""/>
          <p:cNvSpPr txBox="1"/>
          <p:nvPr/>
        </p:nvSpPr>
        <p:spPr bwMode="auto">
          <a:xfrm rot="0" flipH="0" flipV="0">
            <a:off x="4945599" y="-11156799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77112116" name=""/>
          <p:cNvSpPr txBox="1"/>
          <p:nvPr/>
        </p:nvSpPr>
        <p:spPr bwMode="auto">
          <a:xfrm rot="0" flipH="0" flipV="0">
            <a:off x="4945599" y="-6473170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62120992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507924" y="-6411093"/>
            <a:ext cx="1105417" cy="1105417"/>
          </a:xfrm>
          <a:prstGeom prst="rect">
            <a:avLst/>
          </a:prstGeom>
        </p:spPr>
      </p:pic>
      <p:sp>
        <p:nvSpPr>
          <p:cNvPr id="210623798" name=""/>
          <p:cNvSpPr txBox="1"/>
          <p:nvPr/>
        </p:nvSpPr>
        <p:spPr bwMode="auto">
          <a:xfrm rot="0" flipH="0" flipV="0">
            <a:off x="4945599" y="-2439429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71546298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54622" y="-2499058"/>
            <a:ext cx="1365316" cy="1107550"/>
          </a:xfrm>
          <a:prstGeom prst="rect">
            <a:avLst/>
          </a:prstGeom>
        </p:spPr>
      </p:pic>
      <p:pic>
        <p:nvPicPr>
          <p:cNvPr id="137892600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251286" y="2938708"/>
            <a:ext cx="2164309" cy="2164309"/>
          </a:xfrm>
          <a:prstGeom prst="rect">
            <a:avLst/>
          </a:prstGeom>
        </p:spPr>
      </p:pic>
      <p:sp>
        <p:nvSpPr>
          <p:cNvPr id="494230441" name=""/>
          <p:cNvSpPr txBox="1"/>
          <p:nvPr/>
        </p:nvSpPr>
        <p:spPr bwMode="auto">
          <a:xfrm rot="0" flipH="0" flipV="0">
            <a:off x="444822" y="1271872"/>
            <a:ext cx="18225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348175065" name=""/>
          <p:cNvSpPr txBox="1"/>
          <p:nvPr/>
        </p:nvSpPr>
        <p:spPr bwMode="auto">
          <a:xfrm rot="0" flipH="0" flipV="0">
            <a:off x="4652730" y="313852"/>
            <a:ext cx="624217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584096827" name=""/>
          <p:cNvSpPr txBox="1"/>
          <p:nvPr/>
        </p:nvSpPr>
        <p:spPr bwMode="auto">
          <a:xfrm rot="0" flipH="0" flipV="0">
            <a:off x="3450540" y="1317752"/>
            <a:ext cx="8167254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49609421" name=""/>
          <p:cNvSpPr txBox="1"/>
          <p:nvPr/>
        </p:nvSpPr>
        <p:spPr bwMode="auto">
          <a:xfrm rot="0" flipH="0" flipV="0">
            <a:off x="3450539" y="3849512"/>
            <a:ext cx="8028293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55476851" name=""/>
          <p:cNvSpPr txBox="1"/>
          <p:nvPr/>
        </p:nvSpPr>
        <p:spPr bwMode="auto">
          <a:xfrm rot="0" flipH="0" flipV="0">
            <a:off x="3460737" y="4269686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59720504" name=""/>
          <p:cNvSpPr/>
          <p:nvPr/>
        </p:nvSpPr>
        <p:spPr bwMode="auto">
          <a:xfrm rot="0" flipH="0" flipV="0">
            <a:off x="5423367" y="4314497"/>
            <a:ext cx="2349909" cy="41274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1=1 - -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356615445" name=""/>
          <p:cNvSpPr txBox="1"/>
          <p:nvPr/>
        </p:nvSpPr>
        <p:spPr bwMode="auto">
          <a:xfrm rot="0" flipH="0" flipV="0">
            <a:off x="3507923" y="4917792"/>
            <a:ext cx="8189213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48027387" name=""/>
          <p:cNvSpPr txBox="1"/>
          <p:nvPr/>
        </p:nvSpPr>
        <p:spPr bwMode="auto">
          <a:xfrm rot="0" flipH="0" flipV="0">
            <a:off x="4284572" y="6888621"/>
            <a:ext cx="698352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13382075" name=""/>
          <p:cNvSpPr txBox="1"/>
          <p:nvPr/>
        </p:nvSpPr>
        <p:spPr bwMode="auto">
          <a:xfrm rot="0" flipH="0" flipV="0">
            <a:off x="3310561" y="8682693"/>
            <a:ext cx="7004044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52193974" name=""/>
          <p:cNvSpPr txBox="1"/>
          <p:nvPr/>
        </p:nvSpPr>
        <p:spPr bwMode="auto">
          <a:xfrm rot="0" flipH="0" flipV="0">
            <a:off x="3310561" y="11419744"/>
            <a:ext cx="844548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45664831" name=""/>
          <p:cNvSpPr txBox="1"/>
          <p:nvPr/>
        </p:nvSpPr>
        <p:spPr bwMode="auto">
          <a:xfrm rot="0" flipH="0" flipV="0">
            <a:off x="3310561" y="16226658"/>
            <a:ext cx="8522165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24631277" name=""/>
          <p:cNvSpPr txBox="1"/>
          <p:nvPr/>
        </p:nvSpPr>
        <p:spPr bwMode="auto">
          <a:xfrm rot="0" flipH="0" flipV="0">
            <a:off x="3310561" y="22457754"/>
            <a:ext cx="8562845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841418" name=""/>
          <p:cNvSpPr/>
          <p:nvPr/>
        </p:nvSpPr>
        <p:spPr bwMode="auto">
          <a:xfrm rot="0" flipH="0" flipV="0">
            <a:off x="-283797" y="-35472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684517269" name=""/>
          <p:cNvSpPr/>
          <p:nvPr/>
        </p:nvSpPr>
        <p:spPr bwMode="auto">
          <a:xfrm rot="0" flipH="0" flipV="0">
            <a:off x="-283797" y="-31747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41563287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5" y="2938707"/>
            <a:ext cx="2164308" cy="2164308"/>
          </a:xfrm>
          <a:prstGeom prst="rect">
            <a:avLst/>
          </a:prstGeom>
        </p:spPr>
      </p:pic>
      <p:sp>
        <p:nvSpPr>
          <p:cNvPr id="779580039" name=""/>
          <p:cNvSpPr txBox="1"/>
          <p:nvPr/>
        </p:nvSpPr>
        <p:spPr bwMode="auto">
          <a:xfrm rot="0" flipH="0" flipV="0">
            <a:off x="444821" y="1271871"/>
            <a:ext cx="182259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505935140" name=""/>
          <p:cNvSpPr txBox="1"/>
          <p:nvPr/>
        </p:nvSpPr>
        <p:spPr bwMode="auto">
          <a:xfrm rot="0" flipH="0" flipV="0">
            <a:off x="4652731" y="-14340530"/>
            <a:ext cx="624109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263512101" name=""/>
          <p:cNvSpPr txBox="1"/>
          <p:nvPr/>
        </p:nvSpPr>
        <p:spPr bwMode="auto">
          <a:xfrm rot="0" flipH="0" flipV="0">
            <a:off x="3450540" y="-9489458"/>
            <a:ext cx="8145293" cy="24052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SQL Injection pada dasarnya mirip dengan XSS dimana penyerang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memanfaatkan form input yang tidak divalidasi untuk menyisipkan perintah SQL seperti “SELECT”, “DELETE”, “INSERT”, dll untuk memanipulasi database atau penggunaan logic SQL untuk bypass login, data retrieval, dan lainya.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8047012" name=""/>
          <p:cNvSpPr txBox="1"/>
          <p:nvPr/>
        </p:nvSpPr>
        <p:spPr bwMode="auto">
          <a:xfrm rot="0" flipH="0" flipV="0">
            <a:off x="3460737" y="-4247860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45503776" name=""/>
          <p:cNvSpPr/>
          <p:nvPr/>
        </p:nvSpPr>
        <p:spPr bwMode="auto">
          <a:xfrm rot="0" flipH="0" flipV="0">
            <a:off x="5423367" y="-4203049"/>
            <a:ext cx="2349909" cy="41274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sz="2800" b="1">
                <a:solidFill>
                  <a:schemeClr val="tx1"/>
                </a:solidFill>
                <a:latin typeface="Comfortaa"/>
                <a:cs typeface="Comfortaa"/>
              </a:rPr>
              <a:t>‘ or 1=1 - -</a:t>
            </a:r>
            <a:endParaRPr sz="2800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555433790" name=""/>
          <p:cNvSpPr txBox="1"/>
          <p:nvPr/>
        </p:nvSpPr>
        <p:spPr bwMode="auto">
          <a:xfrm rot="0" flipH="0" flipV="0">
            <a:off x="3507923" y="-1951197"/>
            <a:ext cx="8189213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kasus tsb, penyerang menyisipkan logika 1=1 yang berhasil True sehingga program akan memberi akses pada penyerang 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67825759" name=""/>
          <p:cNvSpPr txBox="1"/>
          <p:nvPr/>
        </p:nvSpPr>
        <p:spPr bwMode="auto">
          <a:xfrm rot="0" flipH="0" flipV="0">
            <a:off x="3450539" y="-4668032"/>
            <a:ext cx="8028292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Login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93271275" name=""/>
          <p:cNvSpPr txBox="1"/>
          <p:nvPr/>
        </p:nvSpPr>
        <p:spPr bwMode="auto">
          <a:xfrm rot="0" flipH="0" flipV="0">
            <a:off x="4288169" y="316731"/>
            <a:ext cx="698424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051954165" name=""/>
          <p:cNvSpPr txBox="1"/>
          <p:nvPr/>
        </p:nvSpPr>
        <p:spPr bwMode="auto">
          <a:xfrm rot="0" flipH="0" flipV="0">
            <a:off x="3310561" y="1348803"/>
            <a:ext cx="7004764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0689716" name=""/>
          <p:cNvSpPr txBox="1"/>
          <p:nvPr/>
        </p:nvSpPr>
        <p:spPr bwMode="auto">
          <a:xfrm rot="0" flipH="0" flipV="0">
            <a:off x="3310562" y="2180495"/>
            <a:ext cx="844512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829626210" name=""/>
          <p:cNvSpPr txBox="1"/>
          <p:nvPr/>
        </p:nvSpPr>
        <p:spPr bwMode="auto">
          <a:xfrm rot="0" flipH="0" flipV="0">
            <a:off x="3310562" y="3939408"/>
            <a:ext cx="8521806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21654361" name=""/>
          <p:cNvSpPr txBox="1"/>
          <p:nvPr/>
        </p:nvSpPr>
        <p:spPr bwMode="auto">
          <a:xfrm rot="0" flipH="0" flipV="0">
            <a:off x="3310562" y="5312755"/>
            <a:ext cx="8562486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93058884" name=""/>
          <p:cNvSpPr txBox="1"/>
          <p:nvPr/>
        </p:nvSpPr>
        <p:spPr bwMode="auto">
          <a:xfrm rot="0" flipH="0" flipV="0">
            <a:off x="4062102" y="7537981"/>
            <a:ext cx="7436017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2F5EFD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pic>
        <p:nvPicPr>
          <p:cNvPr id="68411610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62936" y="9581344"/>
            <a:ext cx="1424337" cy="1424337"/>
          </a:xfrm>
          <a:prstGeom prst="rect">
            <a:avLst/>
          </a:prstGeom>
        </p:spPr>
      </p:pic>
      <p:sp>
        <p:nvSpPr>
          <p:cNvPr id="1023040253" name=""/>
          <p:cNvSpPr txBox="1"/>
          <p:nvPr/>
        </p:nvSpPr>
        <p:spPr bwMode="auto">
          <a:xfrm rot="0" flipH="0" flipV="0">
            <a:off x="4887299" y="9644538"/>
            <a:ext cx="7192453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Parameterized Queries (Prepared Statements)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Pemisahan antara data input dengan kode yang dapat dijalankan database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65960743" name=""/>
          <p:cNvSpPr txBox="1"/>
          <p:nvPr/>
        </p:nvSpPr>
        <p:spPr bwMode="auto">
          <a:xfrm rot="0" flipH="0" flipV="0">
            <a:off x="4945599" y="14265924"/>
            <a:ext cx="7135594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Least Privilege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0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Pembatasan akses database berdasarkan akun database untuk mengurangi dampak serangan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20924155" name=""/>
          <p:cNvSpPr txBox="1"/>
          <p:nvPr/>
        </p:nvSpPr>
        <p:spPr bwMode="auto">
          <a:xfrm rot="0" flipH="0" flipV="0">
            <a:off x="4945599" y="21173309"/>
            <a:ext cx="7135234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Input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apakah input yang diterima sesuai dengan karakter yang sudah ditentukan 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82165355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5725" y="14279697"/>
            <a:ext cx="1232754" cy="1150839"/>
          </a:xfrm>
          <a:prstGeom prst="rect">
            <a:avLst/>
          </a:prstGeom>
        </p:spPr>
      </p:pic>
      <p:pic>
        <p:nvPicPr>
          <p:cNvPr id="10690620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49935" y="20990552"/>
            <a:ext cx="1424337" cy="13431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Char"/>
      </p:transition>
    </mc:Choice>
    <mc:Fallback>
      <p:transition spd="slow" advClick="1">
        <p:fade/>
      </p:transition>
    </mc:Fallback>
  </mc:AlternateContent>
  <p:timing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593595" name=""/>
          <p:cNvSpPr/>
          <p:nvPr/>
        </p:nvSpPr>
        <p:spPr bwMode="auto">
          <a:xfrm rot="0" flipH="0" flipV="0">
            <a:off x="-283797" y="-35472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68362104" name=""/>
          <p:cNvSpPr/>
          <p:nvPr/>
        </p:nvSpPr>
        <p:spPr bwMode="auto">
          <a:xfrm rot="0" flipH="0" flipV="0">
            <a:off x="-283797" y="-31747"/>
            <a:ext cx="3278763" cy="6877596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2744653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5" y="2938707"/>
            <a:ext cx="2164308" cy="2164308"/>
          </a:xfrm>
          <a:prstGeom prst="rect">
            <a:avLst/>
          </a:prstGeom>
        </p:spPr>
      </p:pic>
      <p:sp>
        <p:nvSpPr>
          <p:cNvPr id="679249260" name=""/>
          <p:cNvSpPr txBox="1"/>
          <p:nvPr/>
        </p:nvSpPr>
        <p:spPr bwMode="auto">
          <a:xfrm rot="0" flipH="0" flipV="0">
            <a:off x="444821" y="1271871"/>
            <a:ext cx="1822593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052926492" name=""/>
          <p:cNvSpPr txBox="1"/>
          <p:nvPr/>
        </p:nvSpPr>
        <p:spPr bwMode="auto">
          <a:xfrm rot="0" flipH="0" flipV="0">
            <a:off x="4284573" y="-17305057"/>
            <a:ext cx="6983165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Kasus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16595029" name=""/>
          <p:cNvSpPr txBox="1"/>
          <p:nvPr/>
        </p:nvSpPr>
        <p:spPr bwMode="auto">
          <a:xfrm rot="0" flipH="0" flipV="0">
            <a:off x="3310562" y="-11986735"/>
            <a:ext cx="7003685" cy="5474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F0E0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Ghostsell Hacker Attack (2012)</a:t>
            </a:r>
            <a:endParaRPr sz="2600" b="1">
              <a:gradFill>
                <a:gsLst>
                  <a:gs pos="0">
                    <a:srgbClr val="00F0E0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500598344" name=""/>
          <p:cNvSpPr txBox="1"/>
          <p:nvPr/>
        </p:nvSpPr>
        <p:spPr bwMode="auto">
          <a:xfrm rot="0" flipH="0" flipV="0">
            <a:off x="3310562" y="-8297004"/>
            <a:ext cx="8445126" cy="16340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Sebuah group hackers bernama Ghostsell meluncurkan serangan SQL Injection ke berbagai website agensi pemerintahan seperti NASA, European Space Agency, Federal Reserve, dll.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96255748" name=""/>
          <p:cNvSpPr txBox="1"/>
          <p:nvPr/>
        </p:nvSpPr>
        <p:spPr bwMode="auto">
          <a:xfrm rot="0" flipH="0" flipV="0">
            <a:off x="3310562" y="-4633090"/>
            <a:ext cx="8521806" cy="12485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Ghostsell menggunakan tools bernama Havij yang melakukan scan pada website dan kemudian melakukan SQL Injection pada website tersebut secara otomatis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68087638" name=""/>
          <p:cNvSpPr txBox="1"/>
          <p:nvPr/>
        </p:nvSpPr>
        <p:spPr bwMode="auto">
          <a:xfrm rot="0" flipH="0" flipV="0">
            <a:off x="3310562" y="-1449994"/>
            <a:ext cx="8562486" cy="8629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Dampak dari serangan ini menyebabkan 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kebocoran data berupa username, password, dan  email addres.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57389577" name=""/>
          <p:cNvSpPr txBox="1"/>
          <p:nvPr/>
        </p:nvSpPr>
        <p:spPr bwMode="auto">
          <a:xfrm rot="0" flipH="0" flipV="0">
            <a:off x="4062103" y="319969"/>
            <a:ext cx="7435657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2F5EFD"/>
                    </a:gs>
                    <a:gs pos="100000">
                      <a:srgbClr val="00B0F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2F5EFD"/>
                  </a:gs>
                  <a:gs pos="100000">
                    <a:srgbClr val="00B0F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pic>
        <p:nvPicPr>
          <p:cNvPr id="213375896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62936" y="1411011"/>
            <a:ext cx="1424337" cy="1424337"/>
          </a:xfrm>
          <a:prstGeom prst="rect">
            <a:avLst/>
          </a:prstGeom>
        </p:spPr>
      </p:pic>
      <p:sp>
        <p:nvSpPr>
          <p:cNvPr id="1781339302" name=""/>
          <p:cNvSpPr txBox="1"/>
          <p:nvPr/>
        </p:nvSpPr>
        <p:spPr bwMode="auto">
          <a:xfrm rot="0" flipH="0" flipV="0">
            <a:off x="4887299" y="1474205"/>
            <a:ext cx="7192094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Parameterized Queries (Prepared Statements)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Pemisahan antara data input dengan kode yang dapat dijalankan database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44860428" name=""/>
          <p:cNvSpPr txBox="1"/>
          <p:nvPr/>
        </p:nvSpPr>
        <p:spPr bwMode="auto">
          <a:xfrm rot="0" flipH="0" flipV="0">
            <a:off x="4945599" y="3238090"/>
            <a:ext cx="7135235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Least Privilege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0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Pembatasan akses database berdasarkan akun database untuk mengurangi dampak serangan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29303505" name=""/>
          <p:cNvSpPr txBox="1"/>
          <p:nvPr/>
        </p:nvSpPr>
        <p:spPr bwMode="auto">
          <a:xfrm rot="0" flipH="0" flipV="0">
            <a:off x="4945599" y="5001975"/>
            <a:ext cx="7134875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Input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apakah input yang diterima sesuai dengan karakter yang sudah ditentukan 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212483914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5726" y="3251863"/>
            <a:ext cx="1232754" cy="1150840"/>
          </a:xfrm>
          <a:prstGeom prst="rect">
            <a:avLst/>
          </a:prstGeom>
        </p:spPr>
      </p:pic>
      <p:pic>
        <p:nvPicPr>
          <p:cNvPr id="139186625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49935" y="4819219"/>
            <a:ext cx="1424337" cy="1343149"/>
          </a:xfrm>
          <a:prstGeom prst="rect">
            <a:avLst/>
          </a:prstGeom>
        </p:spPr>
      </p:pic>
      <p:sp>
        <p:nvSpPr>
          <p:cNvPr id="671556389" name=""/>
          <p:cNvSpPr txBox="1"/>
          <p:nvPr/>
        </p:nvSpPr>
        <p:spPr bwMode="auto">
          <a:xfrm rot="0" flipH="0" flipV="0">
            <a:off x="512856" y="-7049880"/>
            <a:ext cx="1824031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3.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pic>
        <p:nvPicPr>
          <p:cNvPr id="46522573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48104" y="-5338456"/>
            <a:ext cx="1928163" cy="1928163"/>
          </a:xfrm>
          <a:prstGeom prst="rect">
            <a:avLst/>
          </a:prstGeom>
        </p:spPr>
      </p:pic>
      <p:sp>
        <p:nvSpPr>
          <p:cNvPr id="51531527" name=""/>
          <p:cNvSpPr txBox="1"/>
          <p:nvPr/>
        </p:nvSpPr>
        <p:spPr bwMode="auto">
          <a:xfrm rot="0" flipH="0" flipV="0">
            <a:off x="3262935" y="7060534"/>
            <a:ext cx="838807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341950248" name=""/>
          <p:cNvSpPr txBox="1"/>
          <p:nvPr/>
        </p:nvSpPr>
        <p:spPr bwMode="auto">
          <a:xfrm rot="0" flipH="0" flipV="0">
            <a:off x="3262935" y="8597978"/>
            <a:ext cx="8182372" cy="14938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CSRF adalah 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serangan dimana penyerang memanipulasi pengguna yang telah login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 untuk melakukan aksi yang tidak diinginkan pengguna seperti mengganti email atau password, transfer data, manipulasi akun, dan lainya.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76321177" name=""/>
          <p:cNvSpPr txBox="1"/>
          <p:nvPr/>
        </p:nvSpPr>
        <p:spPr bwMode="auto">
          <a:xfrm rot="0" flipH="0" flipV="0">
            <a:off x="3262935" y="11344333"/>
            <a:ext cx="8235904" cy="11433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Karena permintaan tersebut berasal dari pengguna sah yang sudah login, server akan mempercayai permintaan tersebut tanpa mengecek validitasnya 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76322350" name=""/>
          <p:cNvSpPr txBox="1"/>
          <p:nvPr/>
        </p:nvSpPr>
        <p:spPr bwMode="auto">
          <a:xfrm rot="0" flipH="0" flipV="0">
            <a:off x="3302308" y="14543518"/>
            <a:ext cx="8762859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sz="2200" b="1">
                <a:gradFill>
                  <a:gsLst>
                    <a:gs pos="0">
                      <a:srgbClr val="00E3C5"/>
                    </a:gs>
                    <a:gs pos="100000">
                      <a:srgbClr val="00B3EF"/>
                    </a:gs>
                  </a:gsLst>
                  <a:lin ang="5400000" scaled="1"/>
                </a:gradFill>
                <a:latin typeface="Comfortaa"/>
                <a:ea typeface="Comfortaa"/>
                <a:cs typeface="Comfortaa"/>
              </a:rPr>
              <a:t>CSRF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34976714" name=""/>
          <p:cNvSpPr txBox="1"/>
          <p:nvPr/>
        </p:nvSpPr>
        <p:spPr bwMode="auto">
          <a:xfrm rot="0" flipH="0" flipV="0">
            <a:off x="3302308" y="15115309"/>
            <a:ext cx="8785539" cy="44231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examp</a:t>
            </a: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le.com/fundtransfer?acct=</a:t>
            </a:r>
            <a:r>
              <a:rPr sz="2000" b="0">
                <a:solidFill>
                  <a:srgbClr val="FF0000"/>
                </a:solidFill>
                <a:latin typeface="Inter"/>
                <a:ea typeface="Inter"/>
                <a:cs typeface="Inter"/>
              </a:rPr>
              <a:t>223344</a:t>
            </a: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&amp;amount=1000000</a:t>
            </a:r>
            <a:endParaRPr sz="2000" b="0">
              <a:solidFill>
                <a:schemeClr val="bg1"/>
              </a:solidFill>
              <a:latin typeface="Inter"/>
              <a:cs typeface="Inter"/>
            </a:endParaRPr>
          </a:p>
        </p:txBody>
      </p:sp>
      <p:sp>
        <p:nvSpPr>
          <p:cNvPr id="180434584" name=""/>
          <p:cNvSpPr txBox="1"/>
          <p:nvPr/>
        </p:nvSpPr>
        <p:spPr bwMode="auto">
          <a:xfrm rot="0" flipH="0" flipV="0">
            <a:off x="3302308" y="18072892"/>
            <a:ext cx="8848539" cy="11433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link diatas, akun dengan nomor </a:t>
            </a:r>
            <a:r>
              <a:rPr sz="2000" b="1">
                <a:solidFill>
                  <a:srgbClr val="FF0000"/>
                </a:solidFill>
                <a:latin typeface="Comfortaa"/>
                <a:ea typeface="Comfortaa"/>
                <a:cs typeface="Comfortaa"/>
              </a:rPr>
              <a:t>223344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 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adalah akun milik penyerang, link ini kemudian dikirim ke korban melalui email/website phishing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1000" advClick="1">
        <p159:morph option="byObject"/>
      </p:transition>
    </mc:Choice>
    <mc:Fallback>
      <p:transition spd="med" advClick="1">
        <p:fade/>
      </p:transition>
    </mc:Fallback>
  </mc:AlternateContent>
  <p:timing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3679352" name=""/>
          <p:cNvSpPr/>
          <p:nvPr/>
        </p:nvSpPr>
        <p:spPr bwMode="auto">
          <a:xfrm rot="0" flipH="0" flipV="0">
            <a:off x="-283797" y="-35471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488742630" name=""/>
          <p:cNvSpPr/>
          <p:nvPr/>
        </p:nvSpPr>
        <p:spPr bwMode="auto">
          <a:xfrm rot="0" flipH="0" flipV="0">
            <a:off x="-283797" y="-31746"/>
            <a:ext cx="3278763" cy="6877595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4427609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1283" y="9568107"/>
            <a:ext cx="2164307" cy="2164307"/>
          </a:xfrm>
          <a:prstGeom prst="rect">
            <a:avLst/>
          </a:prstGeom>
        </p:spPr>
      </p:pic>
      <p:sp>
        <p:nvSpPr>
          <p:cNvPr id="134311533" name=""/>
          <p:cNvSpPr txBox="1"/>
          <p:nvPr/>
        </p:nvSpPr>
        <p:spPr bwMode="auto">
          <a:xfrm rot="0" flipH="0" flipV="0">
            <a:off x="444819" y="7901269"/>
            <a:ext cx="1822593" cy="201964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612249905" name=""/>
          <p:cNvSpPr txBox="1"/>
          <p:nvPr/>
        </p:nvSpPr>
        <p:spPr bwMode="auto">
          <a:xfrm rot="0" flipH="0" flipV="0">
            <a:off x="4062104" y="-14063139"/>
            <a:ext cx="7434938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SQL Injection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pic>
        <p:nvPicPr>
          <p:cNvPr id="112757385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62936" y="-9733239"/>
            <a:ext cx="1424337" cy="1424337"/>
          </a:xfrm>
          <a:prstGeom prst="rect">
            <a:avLst/>
          </a:prstGeom>
        </p:spPr>
      </p:pic>
      <p:sp>
        <p:nvSpPr>
          <p:cNvPr id="981873419" name=""/>
          <p:cNvSpPr txBox="1"/>
          <p:nvPr/>
        </p:nvSpPr>
        <p:spPr bwMode="auto">
          <a:xfrm rot="0" flipH="0" flipV="0">
            <a:off x="4887299" y="-9670043"/>
            <a:ext cx="7192094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Parameterized Queries (Prepared Statements)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Pemisahan antara data input dengan kode yang dapat dijalankan database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31973074" name=""/>
          <p:cNvSpPr txBox="1"/>
          <p:nvPr/>
        </p:nvSpPr>
        <p:spPr bwMode="auto">
          <a:xfrm rot="0" flipH="0" flipV="0">
            <a:off x="4945599" y="-5334408"/>
            <a:ext cx="7135235" cy="12134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Least Privilege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0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Pembatasan akses database berdasarkan akun database untuk mengurangi dampak serangan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72714132" name=""/>
          <p:cNvSpPr txBox="1"/>
          <p:nvPr/>
        </p:nvSpPr>
        <p:spPr bwMode="auto">
          <a:xfrm rot="0" flipH="0" flipV="0">
            <a:off x="4945599" y="-1760772"/>
            <a:ext cx="7134875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Input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apakah input yang diterima sesuai dengan karakter yang sudah ditentukan 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22696490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445726" y="-5320635"/>
            <a:ext cx="1232754" cy="1150840"/>
          </a:xfrm>
          <a:prstGeom prst="rect">
            <a:avLst/>
          </a:prstGeom>
        </p:spPr>
      </p:pic>
      <p:pic>
        <p:nvPicPr>
          <p:cNvPr id="206638451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49935" y="-1943530"/>
            <a:ext cx="1424337" cy="1343149"/>
          </a:xfrm>
          <a:prstGeom prst="rect">
            <a:avLst/>
          </a:prstGeom>
        </p:spPr>
      </p:pic>
      <p:sp>
        <p:nvSpPr>
          <p:cNvPr id="1874383222" name=""/>
          <p:cNvSpPr txBox="1"/>
          <p:nvPr/>
        </p:nvSpPr>
        <p:spPr bwMode="auto">
          <a:xfrm rot="0" flipH="0" flipV="0">
            <a:off x="3262935" y="307601"/>
            <a:ext cx="838771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376873023" name=""/>
          <p:cNvSpPr txBox="1"/>
          <p:nvPr/>
        </p:nvSpPr>
        <p:spPr bwMode="auto">
          <a:xfrm rot="0" flipH="0" flipV="0">
            <a:off x="512856" y="1408481"/>
            <a:ext cx="1823672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3.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pic>
        <p:nvPicPr>
          <p:cNvPr id="119366139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48105" y="3120085"/>
            <a:ext cx="1928163" cy="1928163"/>
          </a:xfrm>
          <a:prstGeom prst="rect">
            <a:avLst/>
          </a:prstGeom>
        </p:spPr>
      </p:pic>
      <p:sp>
        <p:nvSpPr>
          <p:cNvPr id="166945216" name=""/>
          <p:cNvSpPr txBox="1"/>
          <p:nvPr/>
        </p:nvSpPr>
        <p:spPr bwMode="auto">
          <a:xfrm rot="0" flipH="0" flipV="0">
            <a:off x="3262935" y="1196994"/>
            <a:ext cx="8182013" cy="14938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CSRF adalah 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serangan dimana penyerang memanipulasi pengguna yang telah login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 untuk melakukan aksi yang tidak diinginkan pengguna seperti mengganti email atau password, transfer data, manipulasi akun, dan lainya.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27363202" name=""/>
          <p:cNvSpPr txBox="1"/>
          <p:nvPr/>
        </p:nvSpPr>
        <p:spPr bwMode="auto">
          <a:xfrm rot="0" flipH="0" flipV="0">
            <a:off x="3262935" y="2761407"/>
            <a:ext cx="8235545" cy="11433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Karena permintaan tersebut berasal dari pengguna sah yang sudah login, server akan mempercayai permintaan tersebut tanpa mengecek validitasnya 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65955583" name=""/>
          <p:cNvSpPr txBox="1"/>
          <p:nvPr/>
        </p:nvSpPr>
        <p:spPr bwMode="auto">
          <a:xfrm rot="0" flipH="0" flipV="0">
            <a:off x="3302309" y="4093692"/>
            <a:ext cx="8762499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sz="2200" b="1">
                <a:gradFill>
                  <a:gsLst>
                    <a:gs pos="0">
                      <a:srgbClr val="00E3C5"/>
                    </a:gs>
                    <a:gs pos="100000">
                      <a:srgbClr val="00B3EF"/>
                    </a:gs>
                  </a:gsLst>
                  <a:lin ang="5400000" scaled="1"/>
                </a:gradFill>
                <a:latin typeface="Comfortaa"/>
                <a:ea typeface="Comfortaa"/>
                <a:cs typeface="Comfortaa"/>
              </a:rPr>
              <a:t>CSRF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63533690" name=""/>
          <p:cNvSpPr txBox="1"/>
          <p:nvPr/>
        </p:nvSpPr>
        <p:spPr bwMode="auto">
          <a:xfrm rot="0" flipH="0" flipV="0">
            <a:off x="3302309" y="4665482"/>
            <a:ext cx="8785179" cy="44231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examp</a:t>
            </a: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le.com/fundtransfer?acct=</a:t>
            </a:r>
            <a:r>
              <a:rPr sz="2000" b="0">
                <a:solidFill>
                  <a:srgbClr val="FF0000"/>
                </a:solidFill>
                <a:latin typeface="Inter"/>
                <a:ea typeface="Inter"/>
                <a:cs typeface="Inter"/>
              </a:rPr>
              <a:t>223344</a:t>
            </a: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&amp;amount=1000000</a:t>
            </a:r>
            <a:endParaRPr sz="2000" b="0">
              <a:solidFill>
                <a:schemeClr val="bg1"/>
              </a:solidFill>
              <a:latin typeface="Inter"/>
              <a:cs typeface="Inter"/>
            </a:endParaRPr>
          </a:p>
        </p:txBody>
      </p:sp>
      <p:sp>
        <p:nvSpPr>
          <p:cNvPr id="927656383" name=""/>
          <p:cNvSpPr txBox="1"/>
          <p:nvPr/>
        </p:nvSpPr>
        <p:spPr bwMode="auto">
          <a:xfrm rot="0" flipH="0" flipV="0">
            <a:off x="3302309" y="5222766"/>
            <a:ext cx="8848179" cy="11433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link diatas, akun dengan nomor </a:t>
            </a:r>
            <a:r>
              <a:rPr sz="2000" b="1">
                <a:solidFill>
                  <a:srgbClr val="FF0000"/>
                </a:solidFill>
                <a:latin typeface="Comfortaa"/>
                <a:ea typeface="Comfortaa"/>
                <a:cs typeface="Comfortaa"/>
              </a:rPr>
              <a:t>223344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 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adalah akun milik penyerang, link ini kemudian dikirim ke korban melalui email/website phishing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486326" name=""/>
          <p:cNvSpPr/>
          <p:nvPr/>
        </p:nvSpPr>
        <p:spPr bwMode="auto">
          <a:xfrm rot="0" flipH="0" flipV="0">
            <a:off x="-283797" y="-35470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00003396" name=""/>
          <p:cNvSpPr/>
          <p:nvPr/>
        </p:nvSpPr>
        <p:spPr bwMode="auto">
          <a:xfrm rot="0" flipH="0" flipV="0">
            <a:off x="-283797" y="-31745"/>
            <a:ext cx="3278763" cy="6877594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7556976" name=""/>
          <p:cNvSpPr txBox="1"/>
          <p:nvPr/>
        </p:nvSpPr>
        <p:spPr bwMode="auto">
          <a:xfrm rot="0" flipH="0" flipV="0">
            <a:off x="3262935" y="-17885148"/>
            <a:ext cx="838771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36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163526261" name=""/>
          <p:cNvSpPr txBox="1"/>
          <p:nvPr/>
        </p:nvSpPr>
        <p:spPr bwMode="auto">
          <a:xfrm rot="0" flipH="0" flipV="0">
            <a:off x="512856" y="1408481"/>
            <a:ext cx="1823672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3.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pic>
        <p:nvPicPr>
          <p:cNvPr id="8039403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48105" y="3120085"/>
            <a:ext cx="1928163" cy="1928163"/>
          </a:xfrm>
          <a:prstGeom prst="rect">
            <a:avLst/>
          </a:prstGeom>
        </p:spPr>
      </p:pic>
      <p:sp>
        <p:nvSpPr>
          <p:cNvPr id="113069424" name=""/>
          <p:cNvSpPr txBox="1"/>
          <p:nvPr/>
        </p:nvSpPr>
        <p:spPr bwMode="auto">
          <a:xfrm rot="0" flipH="0" flipV="0">
            <a:off x="3262935" y="-13471504"/>
            <a:ext cx="8182013" cy="14938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CSRF adalah 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serangan dimana penyerang memanipulasi pengguna yang telah login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 untuk melakukan aksi yang tidak diinginkan pengguna seperti mengganti email atau password, transfer data, manipulasi akun, dan lainya.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32231798" name=""/>
          <p:cNvSpPr txBox="1"/>
          <p:nvPr/>
        </p:nvSpPr>
        <p:spPr bwMode="auto">
          <a:xfrm rot="0" flipH="0" flipV="0">
            <a:off x="3262935" y="-9716342"/>
            <a:ext cx="8235545" cy="11433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Karena permintaan tersebut berasal dari pengguna sah yang sudah login, server akan mempercayai permintaan tersebut tanpa mengecek validitasnya 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09743943" name=""/>
          <p:cNvSpPr txBox="1"/>
          <p:nvPr/>
        </p:nvSpPr>
        <p:spPr bwMode="auto">
          <a:xfrm rot="0" flipH="0" flipV="0">
            <a:off x="3302309" y="-6098057"/>
            <a:ext cx="8762499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sz="2200" b="1">
                <a:gradFill>
                  <a:gsLst>
                    <a:gs pos="0">
                      <a:srgbClr val="00E3C5"/>
                    </a:gs>
                    <a:gs pos="100000">
                      <a:srgbClr val="00B3EF"/>
                    </a:gs>
                  </a:gsLst>
                  <a:lin ang="5400000" scaled="1"/>
                </a:gradFill>
                <a:latin typeface="Comfortaa"/>
                <a:ea typeface="Comfortaa"/>
                <a:cs typeface="Comfortaa"/>
              </a:rPr>
              <a:t>CSRF</a:t>
            </a:r>
            <a:r>
              <a:rPr sz="2200" b="1">
                <a:solidFill>
                  <a:schemeClr val="bg1"/>
                </a:solidFill>
                <a:latin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49520086" name=""/>
          <p:cNvSpPr txBox="1"/>
          <p:nvPr/>
        </p:nvSpPr>
        <p:spPr bwMode="auto">
          <a:xfrm rot="0" flipH="0" flipV="0">
            <a:off x="3302309" y="-3907016"/>
            <a:ext cx="8785179" cy="44231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examp</a:t>
            </a: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le.com/fundtransfer?acct=</a:t>
            </a:r>
            <a:r>
              <a:rPr sz="2000" b="0">
                <a:solidFill>
                  <a:srgbClr val="FF0000"/>
                </a:solidFill>
                <a:latin typeface="Inter"/>
                <a:ea typeface="Inter"/>
                <a:cs typeface="Inter"/>
              </a:rPr>
              <a:t>223344</a:t>
            </a:r>
            <a:r>
              <a:rPr sz="2000" b="0">
                <a:solidFill>
                  <a:schemeClr val="bg1"/>
                </a:solidFill>
                <a:latin typeface="Inter"/>
                <a:ea typeface="Inter"/>
                <a:cs typeface="Inter"/>
              </a:rPr>
              <a:t>&amp;amount=1000000</a:t>
            </a:r>
            <a:endParaRPr sz="2000" b="0">
              <a:solidFill>
                <a:schemeClr val="bg1"/>
              </a:solidFill>
              <a:latin typeface="Inter"/>
              <a:cs typeface="Inter"/>
            </a:endParaRPr>
          </a:p>
        </p:txBody>
      </p:sp>
      <p:sp>
        <p:nvSpPr>
          <p:cNvPr id="1094480464" name=""/>
          <p:cNvSpPr txBox="1"/>
          <p:nvPr/>
        </p:nvSpPr>
        <p:spPr bwMode="auto">
          <a:xfrm rot="0" flipH="0" flipV="0">
            <a:off x="3302309" y="-2016233"/>
            <a:ext cx="8848179" cy="11433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0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link diatas, akun dengan nomor </a:t>
            </a:r>
            <a:r>
              <a:rPr sz="2000" b="1">
                <a:solidFill>
                  <a:srgbClr val="FF0000"/>
                </a:solidFill>
                <a:latin typeface="Comfortaa"/>
                <a:ea typeface="Comfortaa"/>
                <a:cs typeface="Comfortaa"/>
              </a:rPr>
              <a:t>223344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 </a:t>
            </a:r>
            <a:r>
              <a:rPr sz="2000" b="1">
                <a:solidFill>
                  <a:schemeClr val="bg1"/>
                </a:solidFill>
                <a:latin typeface="Comfortaa"/>
                <a:cs typeface="Comfortaa"/>
              </a:rPr>
              <a:t>adalah akun milik penyerang, link ini kemudian dikirim ke korban melalui email/website phishing</a:t>
            </a:r>
            <a:endParaRPr sz="20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modified xsi:type="dcterms:W3CDTF">2026-04-18T06:27:58Z</dcterms:modified>
</cp:coreProperties>
</file>
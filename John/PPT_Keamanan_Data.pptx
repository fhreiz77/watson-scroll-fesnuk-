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17184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8352723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77282295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7525960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870357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1703819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1058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0855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263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9573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47489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95822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BA6ACB-3E33-26F6-A403-98F136AD5B1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971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16029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5823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39D5EF-2069-A470-28AA-B70803322AC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4738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63406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573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ED4EA8-CDAC-D53C-F10F-1AE6B5111CF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327139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705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8008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E7097A-5D08-F5CE-2247-0D17B0AF4C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3058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06784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115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B068C6-D034-77F0-FCE9-043222456E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78725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0531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6396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29B7F6-FA80-661A-DB3F-46AC03E35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15915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3880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68426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ABB1DB-E701-DC36-77EF-7664D5FE73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6857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39352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15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0E0A74-FE12-8F78-B2BB-D20785F218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518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3550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54155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44B117-346C-82ED-8C50-8301F39D88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611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24594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9285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5E6FC8-B6B2-F2DA-B265-9B07F1DC2F1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24776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4075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9446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95A7EF-A7CA-014C-CD27-DDD2BC3F20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8856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94613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7842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44255C-9AE0-006D-B380-F655DC648F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3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9341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55878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38265B-3B52-744A-5E9D-CB883805AA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20836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8587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30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FD684-F1BA-E9EE-CF27-953CF4CDE9F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92130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5712635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3105240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212184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67223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1171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727995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013937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913722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02151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09335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2346324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497322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825397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84101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8383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0216778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8218737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689106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7672770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794153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936887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00747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7447719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3024643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5084347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90243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5466672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5707203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4065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844376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755633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696259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17482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227969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300569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30836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89128612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554195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8730478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9886993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74655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8469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7723562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88772671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513180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1615746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0216212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949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731786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275193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672553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996680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753414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73601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461438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661226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230540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43509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63005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1185050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2634776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9575594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472921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pic>
        <p:nvPicPr>
          <p:cNvPr id="55150336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-100443" y="-66185"/>
            <a:ext cx="12293287" cy="6928947"/>
          </a:xfrm>
          <a:prstGeom prst="rect">
            <a:avLst/>
          </a:prstGeom>
        </p:spPr>
      </p:pic>
      <p:sp>
        <p:nvSpPr>
          <p:cNvPr id="1627679884" name=""/>
          <p:cNvSpPr/>
          <p:nvPr/>
        </p:nvSpPr>
        <p:spPr bwMode="auto">
          <a:xfrm rot="0" flipH="0" flipV="0">
            <a:off x="-360000" y="-89997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345603383" name=""/>
          <p:cNvSpPr txBox="1"/>
          <p:nvPr/>
        </p:nvSpPr>
        <p:spPr bwMode="auto">
          <a:xfrm rot="0" flipH="0" flipV="0">
            <a:off x="618220" y="1242418"/>
            <a:ext cx="7861918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104715550" name=""/>
          <p:cNvSpPr txBox="1"/>
          <p:nvPr/>
        </p:nvSpPr>
        <p:spPr bwMode="auto">
          <a:xfrm rot="0" flipH="0" flipV="0">
            <a:off x="618220" y="4127627"/>
            <a:ext cx="945163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457363" name=""/>
          <p:cNvSpPr/>
          <p:nvPr/>
        </p:nvSpPr>
        <p:spPr bwMode="auto">
          <a:xfrm rot="0" flipH="0" flipV="0">
            <a:off x="-18704970" y="15873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574066757" name=""/>
          <p:cNvSpPr txBox="1"/>
          <p:nvPr/>
        </p:nvSpPr>
        <p:spPr bwMode="auto">
          <a:xfrm rot="0" flipH="0" flipV="0">
            <a:off x="-19853392" y="601978"/>
            <a:ext cx="920266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060502788" name=""/>
          <p:cNvSpPr txBox="1"/>
          <p:nvPr/>
        </p:nvSpPr>
        <p:spPr bwMode="auto">
          <a:xfrm rot="0" flipH="0" flipV="0">
            <a:off x="-19439061" y="1757448"/>
            <a:ext cx="8513318" cy="23701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861993672" name=""/>
          <p:cNvSpPr txBox="1"/>
          <p:nvPr/>
        </p:nvSpPr>
        <p:spPr bwMode="auto">
          <a:xfrm rot="0" flipH="0" flipV="0">
            <a:off x="-19439061" y="4387979"/>
            <a:ext cx="8514038" cy="19144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981992103" name=""/>
          <p:cNvSpPr/>
          <p:nvPr/>
        </p:nvSpPr>
        <p:spPr bwMode="auto">
          <a:xfrm rot="0" flipH="0" flipV="0">
            <a:off x="-26186176" y="15874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33717830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29162561" y="2169641"/>
            <a:ext cx="2518713" cy="25187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9147705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2102212" y="-66185"/>
            <a:ext cx="12293287" cy="6928947"/>
          </a:xfrm>
          <a:prstGeom prst="rect">
            <a:avLst/>
          </a:prstGeom>
        </p:spPr>
      </p:pic>
      <p:sp>
        <p:nvSpPr>
          <p:cNvPr id="1415711004" name=""/>
          <p:cNvSpPr/>
          <p:nvPr/>
        </p:nvSpPr>
        <p:spPr bwMode="auto">
          <a:xfrm rot="0" flipH="0" flipV="0">
            <a:off x="5932038" y="-89996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549400132" name=""/>
          <p:cNvSpPr txBox="1"/>
          <p:nvPr/>
        </p:nvSpPr>
        <p:spPr bwMode="auto">
          <a:xfrm rot="0" flipH="0" flipV="0">
            <a:off x="6910260" y="1242418"/>
            <a:ext cx="7862277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44046963" name=""/>
          <p:cNvSpPr txBox="1"/>
          <p:nvPr/>
        </p:nvSpPr>
        <p:spPr bwMode="auto">
          <a:xfrm rot="0" flipH="0" flipV="0">
            <a:off x="6910260" y="4127627"/>
            <a:ext cx="945199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34476062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441058832" name=""/>
          <p:cNvSpPr/>
          <p:nvPr/>
        </p:nvSpPr>
        <p:spPr bwMode="auto">
          <a:xfrm rot="0" flipH="0" flipV="0">
            <a:off x="-283798" y="-31750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252208220" name=""/>
          <p:cNvSpPr txBox="1"/>
          <p:nvPr/>
        </p:nvSpPr>
        <p:spPr bwMode="auto">
          <a:xfrm rot="0" flipH="0" flipV="0">
            <a:off x="2893829" y="601978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598147756" name=""/>
          <p:cNvSpPr txBox="1"/>
          <p:nvPr/>
        </p:nvSpPr>
        <p:spPr bwMode="auto">
          <a:xfrm rot="0" flipH="0" flipV="0">
            <a:off x="3308160" y="1757448"/>
            <a:ext cx="851367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886951192" name=""/>
          <p:cNvSpPr txBox="1"/>
          <p:nvPr/>
        </p:nvSpPr>
        <p:spPr bwMode="auto">
          <a:xfrm rot="0" flipH="0" flipV="0">
            <a:off x="3308160" y="438797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485039660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8176660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92628" y="2169642"/>
            <a:ext cx="2518714" cy="2518714"/>
          </a:xfrm>
          <a:prstGeom prst="rect">
            <a:avLst/>
          </a:prstGeom>
        </p:spPr>
      </p:pic>
      <p:sp>
        <p:nvSpPr>
          <p:cNvPr id="75979847" name=""/>
          <p:cNvSpPr txBox="1"/>
          <p:nvPr/>
        </p:nvSpPr>
        <p:spPr bwMode="auto">
          <a:xfrm rot="0" flipH="0" flipV="0">
            <a:off x="4263655" y="7180011"/>
            <a:ext cx="753082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62036726" name=""/>
          <p:cNvSpPr txBox="1"/>
          <p:nvPr/>
        </p:nvSpPr>
        <p:spPr bwMode="auto">
          <a:xfrm rot="0" flipH="0" flipV="0">
            <a:off x="3704061" y="9813283"/>
            <a:ext cx="812124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110952118" name=""/>
          <p:cNvSpPr txBox="1"/>
          <p:nvPr/>
        </p:nvSpPr>
        <p:spPr bwMode="auto">
          <a:xfrm rot="0" flipH="0" flipV="0">
            <a:off x="3704061" y="13563222"/>
            <a:ext cx="822240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76809448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82022" y="-3657216"/>
            <a:ext cx="2147117" cy="21471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844281" name=""/>
          <p:cNvSpPr/>
          <p:nvPr/>
        </p:nvSpPr>
        <p:spPr bwMode="auto">
          <a:xfrm rot="0" flipH="0" flipV="0">
            <a:off x="-283797" y="-31749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2135413612" name=""/>
          <p:cNvSpPr/>
          <p:nvPr/>
        </p:nvSpPr>
        <p:spPr bwMode="auto">
          <a:xfrm flipH="0" flipV="0">
            <a:off x="106119" y="1488497"/>
            <a:ext cx="173016" cy="36611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991738175" name=""/>
          <p:cNvSpPr txBox="1"/>
          <p:nvPr/>
        </p:nvSpPr>
        <p:spPr bwMode="auto">
          <a:xfrm rot="0" flipH="0" flipV="0">
            <a:off x="2893828" y="601977"/>
            <a:ext cx="920230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316774217" name=""/>
          <p:cNvSpPr txBox="1"/>
          <p:nvPr/>
        </p:nvSpPr>
        <p:spPr bwMode="auto">
          <a:xfrm rot="0" flipH="0" flipV="0">
            <a:off x="3308159" y="1757448"/>
            <a:ext cx="8513678" cy="23701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851828153" name=""/>
          <p:cNvSpPr txBox="1"/>
          <p:nvPr/>
        </p:nvSpPr>
        <p:spPr bwMode="auto">
          <a:xfrm rot="0" flipH="0" flipV="0">
            <a:off x="3308159" y="4387978"/>
            <a:ext cx="8513678" cy="191450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032311742" name=""/>
          <p:cNvSpPr/>
          <p:nvPr/>
        </p:nvSpPr>
        <p:spPr bwMode="auto">
          <a:xfrm rot="0" flipH="0" flipV="0">
            <a:off x="-283797" y="-31748"/>
            <a:ext cx="3278763" cy="6877596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85925948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2627" y="2169641"/>
            <a:ext cx="2518713" cy="2518713"/>
          </a:xfrm>
          <a:prstGeom prst="rect">
            <a:avLst/>
          </a:prstGeom>
        </p:spPr>
      </p:pic>
      <p:sp>
        <p:nvSpPr>
          <p:cNvPr id="1961563287" name=""/>
          <p:cNvSpPr txBox="1"/>
          <p:nvPr/>
        </p:nvSpPr>
        <p:spPr bwMode="auto">
          <a:xfrm rot="0" flipH="0" flipV="0">
            <a:off x="4263654" y="7180011"/>
            <a:ext cx="7530823" cy="11890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1652640631" name=""/>
          <p:cNvSpPr txBox="1"/>
          <p:nvPr/>
        </p:nvSpPr>
        <p:spPr bwMode="auto">
          <a:xfrm rot="0" flipH="0" flipV="0">
            <a:off x="3704060" y="9813282"/>
            <a:ext cx="812124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855432344" name=""/>
          <p:cNvSpPr txBox="1"/>
          <p:nvPr/>
        </p:nvSpPr>
        <p:spPr bwMode="auto">
          <a:xfrm rot="0" flipH="0" flipV="0">
            <a:off x="3704060" y="13563221"/>
            <a:ext cx="8222403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73493883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82021" y="-3657215"/>
            <a:ext cx="2147116" cy="21471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0529400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35856885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881245713" name=""/>
          <p:cNvSpPr txBox="1"/>
          <p:nvPr/>
        </p:nvSpPr>
        <p:spPr bwMode="auto">
          <a:xfrm rot="0" flipH="0" flipV="0">
            <a:off x="2893829" y="-11018520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13895192" name=""/>
          <p:cNvSpPr txBox="1"/>
          <p:nvPr/>
        </p:nvSpPr>
        <p:spPr bwMode="auto">
          <a:xfrm rot="0" flipH="0" flipV="0">
            <a:off x="3308160" y="-7402426"/>
            <a:ext cx="851295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21288430" name=""/>
          <p:cNvSpPr txBox="1"/>
          <p:nvPr/>
        </p:nvSpPr>
        <p:spPr bwMode="auto">
          <a:xfrm rot="0" flipH="0" flipV="0">
            <a:off x="3308160" y="-297801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004837860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1556220" name=""/>
          <p:cNvSpPr txBox="1"/>
          <p:nvPr/>
        </p:nvSpPr>
        <p:spPr bwMode="auto">
          <a:xfrm rot="0" flipH="0" flipV="0">
            <a:off x="4263656" y="214855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494757322" name=""/>
          <p:cNvSpPr txBox="1"/>
          <p:nvPr/>
        </p:nvSpPr>
        <p:spPr bwMode="auto">
          <a:xfrm rot="0" flipH="0" flipV="0">
            <a:off x="3704062" y="1657501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88858421" name=""/>
          <p:cNvSpPr txBox="1"/>
          <p:nvPr/>
        </p:nvSpPr>
        <p:spPr bwMode="auto">
          <a:xfrm rot="0" flipH="0" flipV="0">
            <a:off x="3704062" y="3978504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2351817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2355440"/>
            <a:ext cx="2147117" cy="2147117"/>
          </a:xfrm>
          <a:prstGeom prst="rect">
            <a:avLst/>
          </a:prstGeom>
        </p:spPr>
      </p:pic>
      <p:sp>
        <p:nvSpPr>
          <p:cNvPr id="491946065" name=""/>
          <p:cNvSpPr txBox="1"/>
          <p:nvPr/>
        </p:nvSpPr>
        <p:spPr bwMode="auto">
          <a:xfrm rot="0" flipH="0" flipV="0">
            <a:off x="3802903" y="7634027"/>
            <a:ext cx="8123923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67699112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0" y="-3599626"/>
            <a:ext cx="2183301" cy="2183301"/>
          </a:xfrm>
          <a:prstGeom prst="rect">
            <a:avLst/>
          </a:prstGeom>
        </p:spPr>
      </p:pic>
      <p:pic>
        <p:nvPicPr>
          <p:cNvPr id="169346448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8" y="13716478"/>
            <a:ext cx="826872" cy="789881"/>
          </a:xfrm>
          <a:prstGeom prst="rect">
            <a:avLst/>
          </a:prstGeom>
        </p:spPr>
      </p:pic>
      <p:pic>
        <p:nvPicPr>
          <p:cNvPr id="1255373953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0" y="17529300"/>
            <a:ext cx="941857" cy="941857"/>
          </a:xfrm>
          <a:prstGeom prst="rect">
            <a:avLst/>
          </a:prstGeom>
        </p:spPr>
      </p:pic>
      <p:pic>
        <p:nvPicPr>
          <p:cNvPr id="146234294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8" y="23303849"/>
            <a:ext cx="836973" cy="836973"/>
          </a:xfrm>
          <a:prstGeom prst="rect">
            <a:avLst/>
          </a:prstGeom>
        </p:spPr>
      </p:pic>
      <p:pic>
        <p:nvPicPr>
          <p:cNvPr id="37426175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8" y="30783264"/>
            <a:ext cx="843876" cy="843876"/>
          </a:xfrm>
          <a:prstGeom prst="rect">
            <a:avLst/>
          </a:prstGeom>
        </p:spPr>
      </p:pic>
      <p:pic>
        <p:nvPicPr>
          <p:cNvPr id="612054640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371166" y="10505858"/>
            <a:ext cx="904451" cy="789562"/>
          </a:xfrm>
          <a:prstGeom prst="rect">
            <a:avLst/>
          </a:prstGeom>
        </p:spPr>
      </p:pic>
      <p:pic>
        <p:nvPicPr>
          <p:cNvPr id="415459605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192627" y="9313391"/>
            <a:ext cx="2518713" cy="25187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0228357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412487518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97348731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7580233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521529707" name=""/>
          <p:cNvSpPr txBox="1"/>
          <p:nvPr/>
        </p:nvSpPr>
        <p:spPr bwMode="auto">
          <a:xfrm rot="0" flipH="0" flipV="0">
            <a:off x="3704062" y="-7200747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306409844" name=""/>
          <p:cNvSpPr txBox="1"/>
          <p:nvPr/>
        </p:nvSpPr>
        <p:spPr bwMode="auto">
          <a:xfrm rot="0" flipH="0" flipV="0">
            <a:off x="3704062" y="-3260495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2184611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175732566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732249693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98258146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37068141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33217648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427418550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449916880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 advTm="0">
        <p159:morph option="byObject"/>
      </p:transition>
    </mc:Choice>
    <mc:Fallback>
      <p:transition spd="slow" advClick="1" advTm="0">
        <p:fade/>
      </p:transition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8083010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012537789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596905027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3747248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909254424" name=""/>
          <p:cNvSpPr txBox="1"/>
          <p:nvPr/>
        </p:nvSpPr>
        <p:spPr bwMode="auto">
          <a:xfrm rot="0" flipH="0" flipV="0">
            <a:off x="3704062" y="-7200747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652347994" name=""/>
          <p:cNvSpPr txBox="1"/>
          <p:nvPr/>
        </p:nvSpPr>
        <p:spPr bwMode="auto">
          <a:xfrm rot="0" flipH="0" flipV="0">
            <a:off x="3704062" y="-3260495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35155183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36243922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1982708459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205342579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15520754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73644587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808537990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524160555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63762273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484257328" name=""/>
          <p:cNvSpPr txBox="1"/>
          <p:nvPr/>
        </p:nvSpPr>
        <p:spPr bwMode="auto">
          <a:xfrm rot="0" flipH="0" flipV="0">
            <a:off x="4505555" y="2727133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833213142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90927309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555538542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6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3762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257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84257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213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33213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927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90927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5538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15555385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657122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902842525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282869102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8146133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688369727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03357103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63904087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112060448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139818374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561249958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1043276818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06535246" name=""/>
          <p:cNvSpPr txBox="1"/>
          <p:nvPr/>
        </p:nvSpPr>
        <p:spPr bwMode="auto">
          <a:xfrm rot="0" flipH="0" flipV="0">
            <a:off x="4505555" y="2727133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973085187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702305824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174267514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39109039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3" y="-4049485"/>
            <a:ext cx="2358154" cy="1907721"/>
          </a:xfrm>
          <a:prstGeom prst="rect">
            <a:avLst/>
          </a:prstGeom>
        </p:spPr>
      </p:pic>
      <p:sp>
        <p:nvSpPr>
          <p:cNvPr id="1156621488" name=""/>
          <p:cNvSpPr txBox="1"/>
          <p:nvPr/>
        </p:nvSpPr>
        <p:spPr bwMode="auto">
          <a:xfrm rot="0" flipH="0" flipV="0">
            <a:off x="444823" y="-8824986"/>
            <a:ext cx="182187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550448677" name=""/>
          <p:cNvSpPr txBox="1"/>
          <p:nvPr/>
        </p:nvSpPr>
        <p:spPr bwMode="auto">
          <a:xfrm rot="0" flipH="0" flipV="0">
            <a:off x="3371166" y="8142094"/>
            <a:ext cx="82371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51151897" name=""/>
          <p:cNvSpPr txBox="1"/>
          <p:nvPr/>
        </p:nvSpPr>
        <p:spPr bwMode="auto">
          <a:xfrm rot="0" flipH="0" flipV="0">
            <a:off x="3450540" y="12458340"/>
            <a:ext cx="80102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31929178" name=""/>
          <p:cNvSpPr txBox="1"/>
          <p:nvPr/>
        </p:nvSpPr>
        <p:spPr bwMode="auto">
          <a:xfrm rot="0" flipH="0" flipV="0">
            <a:off x="3450540" y="19096840"/>
            <a:ext cx="801749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84084598" name=""/>
          <p:cNvSpPr txBox="1"/>
          <p:nvPr/>
        </p:nvSpPr>
        <p:spPr bwMode="auto">
          <a:xfrm rot="0" flipH="0" flipV="0">
            <a:off x="3460737" y="19517012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31940302" name=""/>
          <p:cNvSpPr/>
          <p:nvPr/>
        </p:nvSpPr>
        <p:spPr bwMode="auto">
          <a:xfrm rot="0" flipH="0" flipV="0">
            <a:off x="5514773" y="19561824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380578415" name=""/>
          <p:cNvSpPr txBox="1"/>
          <p:nvPr/>
        </p:nvSpPr>
        <p:spPr bwMode="auto">
          <a:xfrm rot="0" flipH="0" flipV="0">
            <a:off x="3460737" y="25516657"/>
            <a:ext cx="80189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51430812" name=""/>
          <p:cNvSpPr txBox="1"/>
          <p:nvPr/>
        </p:nvSpPr>
        <p:spPr bwMode="auto">
          <a:xfrm rot="0" flipH="0" flipV="0">
            <a:off x="3490228" y="26021452"/>
            <a:ext cx="792580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946156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847983411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478763269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82534261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sp>
        <p:nvSpPr>
          <p:cNvPr id="1243932785" name=""/>
          <p:cNvSpPr txBox="1"/>
          <p:nvPr/>
        </p:nvSpPr>
        <p:spPr bwMode="auto">
          <a:xfrm rot="0" flipH="0" flipV="0">
            <a:off x="3802903" y="-26370220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15758512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-20283703"/>
            <a:ext cx="904453" cy="789563"/>
          </a:xfrm>
          <a:prstGeom prst="rect">
            <a:avLst/>
          </a:prstGeom>
        </p:spPr>
      </p:pic>
      <p:pic>
        <p:nvPicPr>
          <p:cNvPr id="148120892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-14239395"/>
            <a:ext cx="826873" cy="789881"/>
          </a:xfrm>
          <a:prstGeom prst="rect">
            <a:avLst/>
          </a:prstGeom>
        </p:spPr>
      </p:pic>
      <p:pic>
        <p:nvPicPr>
          <p:cNvPr id="75558895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-9093072"/>
            <a:ext cx="941857" cy="941857"/>
          </a:xfrm>
          <a:prstGeom prst="rect">
            <a:avLst/>
          </a:prstGeom>
        </p:spPr>
      </p:pic>
      <p:pic>
        <p:nvPicPr>
          <p:cNvPr id="38155147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-5033024"/>
            <a:ext cx="836974" cy="836974"/>
          </a:xfrm>
          <a:prstGeom prst="rect">
            <a:avLst/>
          </a:prstGeom>
        </p:spPr>
      </p:pic>
      <p:pic>
        <p:nvPicPr>
          <p:cNvPr id="174044690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-2125609"/>
            <a:ext cx="843876" cy="843876"/>
          </a:xfrm>
          <a:prstGeom prst="rect">
            <a:avLst/>
          </a:prstGeom>
        </p:spPr>
      </p:pic>
      <p:sp>
        <p:nvSpPr>
          <p:cNvPr id="568719878" name=""/>
          <p:cNvSpPr txBox="1"/>
          <p:nvPr/>
        </p:nvSpPr>
        <p:spPr bwMode="auto">
          <a:xfrm rot="0" flipH="0" flipV="0">
            <a:off x="4499435" y="-20180183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687519981" name=""/>
          <p:cNvSpPr txBox="1"/>
          <p:nvPr/>
        </p:nvSpPr>
        <p:spPr bwMode="auto">
          <a:xfrm rot="0" flipH="0" flipV="0">
            <a:off x="4505555" y="-14132116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929251322" name=""/>
          <p:cNvSpPr txBox="1"/>
          <p:nvPr/>
        </p:nvSpPr>
        <p:spPr bwMode="auto">
          <a:xfrm rot="0" flipH="0" flipV="0">
            <a:off x="4499435" y="-8906745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867358117" name=""/>
          <p:cNvSpPr txBox="1"/>
          <p:nvPr/>
        </p:nvSpPr>
        <p:spPr bwMode="auto">
          <a:xfrm rot="0" flipH="0" flipV="0">
            <a:off x="4505555" y="-4836510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433618323" name=""/>
          <p:cNvSpPr txBox="1"/>
          <p:nvPr/>
        </p:nvSpPr>
        <p:spPr bwMode="auto">
          <a:xfrm rot="0" flipH="0" flipV="0">
            <a:off x="4505555" y="-1989172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752535906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1534795145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436046356" name=""/>
          <p:cNvSpPr txBox="1"/>
          <p:nvPr/>
        </p:nvSpPr>
        <p:spPr bwMode="auto">
          <a:xfrm rot="0" flipH="0" flipV="0">
            <a:off x="3371166" y="474290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749607421" name=""/>
          <p:cNvSpPr txBox="1"/>
          <p:nvPr/>
        </p:nvSpPr>
        <p:spPr bwMode="auto">
          <a:xfrm rot="0" flipH="0" flipV="0">
            <a:off x="3450541" y="1409339"/>
            <a:ext cx="8009935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634847586" name=""/>
          <p:cNvSpPr txBox="1"/>
          <p:nvPr/>
        </p:nvSpPr>
        <p:spPr bwMode="auto">
          <a:xfrm rot="0" flipH="0" flipV="0">
            <a:off x="3450541" y="3666341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661352485" name=""/>
          <p:cNvSpPr txBox="1"/>
          <p:nvPr/>
        </p:nvSpPr>
        <p:spPr bwMode="auto">
          <a:xfrm rot="0" flipH="0" flipV="0">
            <a:off x="3460738" y="4086514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95570877" name=""/>
          <p:cNvSpPr/>
          <p:nvPr/>
        </p:nvSpPr>
        <p:spPr bwMode="auto">
          <a:xfrm rot="0" flipH="0" flipV="0">
            <a:off x="5514774" y="4131325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407676392" name=""/>
          <p:cNvSpPr txBox="1"/>
          <p:nvPr/>
        </p:nvSpPr>
        <p:spPr bwMode="auto">
          <a:xfrm rot="0" flipH="0" flipV="0">
            <a:off x="3460738" y="5133158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09941487" name=""/>
          <p:cNvSpPr txBox="1"/>
          <p:nvPr/>
        </p:nvSpPr>
        <p:spPr bwMode="auto">
          <a:xfrm rot="0" flipH="0" flipV="0">
            <a:off x="3490229" y="5637953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1496816" name=""/>
          <p:cNvSpPr txBox="1"/>
          <p:nvPr/>
        </p:nvSpPr>
        <p:spPr bwMode="auto">
          <a:xfrm rot="0" flipH="0" flipV="0">
            <a:off x="3371166" y="7714548"/>
            <a:ext cx="82393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075214986" name=""/>
          <p:cNvSpPr/>
          <p:nvPr/>
        </p:nvSpPr>
        <p:spPr bwMode="auto">
          <a:xfrm flipH="0" flipV="0">
            <a:off x="3360341" y="10229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912104326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4003024" y="14321264"/>
            <a:ext cx="1133476" cy="1133476"/>
          </a:xfrm>
          <a:prstGeom prst="rect">
            <a:avLst/>
          </a:prstGeom>
        </p:spPr>
      </p:pic>
      <p:sp>
        <p:nvSpPr>
          <p:cNvPr id="237528122" name=""/>
          <p:cNvSpPr/>
          <p:nvPr/>
        </p:nvSpPr>
        <p:spPr bwMode="auto">
          <a:xfrm flipH="0" flipV="0">
            <a:off x="6258117" y="12658564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418627372" name=""/>
          <p:cNvSpPr/>
          <p:nvPr/>
        </p:nvSpPr>
        <p:spPr bwMode="auto">
          <a:xfrm flipH="0" flipV="0">
            <a:off x="9155893" y="14801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1639740740" name="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 flipH="0" flipV="0">
            <a:off x="9977254" y="19044431"/>
            <a:ext cx="1005643" cy="982309"/>
          </a:xfrm>
          <a:prstGeom prst="rect">
            <a:avLst/>
          </a:prstGeom>
        </p:spPr>
      </p:pic>
      <p:pic>
        <p:nvPicPr>
          <p:cNvPr id="642265184" name="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 flipH="0" flipV="0">
            <a:off x="6843506" y="17052474"/>
            <a:ext cx="1477585" cy="8311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463884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886318930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153470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56925014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pic>
        <p:nvPicPr>
          <p:cNvPr id="66000185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1130115662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392821064" name=""/>
          <p:cNvSpPr txBox="1"/>
          <p:nvPr/>
        </p:nvSpPr>
        <p:spPr bwMode="auto">
          <a:xfrm rot="0" flipH="0" flipV="0">
            <a:off x="3371166" y="-11527209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0716324" name=""/>
          <p:cNvSpPr txBox="1"/>
          <p:nvPr/>
        </p:nvSpPr>
        <p:spPr bwMode="auto">
          <a:xfrm rot="0" flipH="0" flipV="0">
            <a:off x="3450541" y="-8687159"/>
            <a:ext cx="8009935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97666223" name=""/>
          <p:cNvSpPr txBox="1"/>
          <p:nvPr/>
        </p:nvSpPr>
        <p:spPr bwMode="auto">
          <a:xfrm rot="0" flipH="0" flipV="0">
            <a:off x="3450541" y="-4477533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61594393" name=""/>
          <p:cNvSpPr txBox="1"/>
          <p:nvPr/>
        </p:nvSpPr>
        <p:spPr bwMode="auto">
          <a:xfrm rot="0" flipH="0" flipV="0">
            <a:off x="3460738" y="-4057360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42370632" name=""/>
          <p:cNvSpPr/>
          <p:nvPr/>
        </p:nvSpPr>
        <p:spPr bwMode="auto">
          <a:xfrm rot="0" flipH="0" flipV="0">
            <a:off x="5514774" y="-4012548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970787331" name=""/>
          <p:cNvSpPr txBox="1"/>
          <p:nvPr/>
        </p:nvSpPr>
        <p:spPr bwMode="auto">
          <a:xfrm rot="0" flipH="0" flipV="0">
            <a:off x="3460738" y="-1439091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53809924" name=""/>
          <p:cNvSpPr txBox="1"/>
          <p:nvPr/>
        </p:nvSpPr>
        <p:spPr bwMode="auto">
          <a:xfrm rot="0" flipH="0" flipV="0">
            <a:off x="3490229" y="-934296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861964924" name=""/>
          <p:cNvSpPr txBox="1"/>
          <p:nvPr/>
        </p:nvSpPr>
        <p:spPr bwMode="auto">
          <a:xfrm rot="0" flipH="0" flipV="0">
            <a:off x="3371166" y="475369"/>
            <a:ext cx="82389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777734219" name=""/>
          <p:cNvSpPr/>
          <p:nvPr/>
        </p:nvSpPr>
        <p:spPr bwMode="auto">
          <a:xfrm flipH="0" flipV="0">
            <a:off x="3360342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452813957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003025" y="5415390"/>
            <a:ext cx="1133477" cy="1133477"/>
          </a:xfrm>
          <a:prstGeom prst="rect">
            <a:avLst/>
          </a:prstGeom>
        </p:spPr>
      </p:pic>
      <p:sp>
        <p:nvSpPr>
          <p:cNvPr id="1062060457" name=""/>
          <p:cNvSpPr/>
          <p:nvPr/>
        </p:nvSpPr>
        <p:spPr bwMode="auto">
          <a:xfrm flipH="0" flipV="0">
            <a:off x="6258118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1773452522" name=""/>
          <p:cNvSpPr/>
          <p:nvPr/>
        </p:nvSpPr>
        <p:spPr bwMode="auto">
          <a:xfrm flipH="0" flipV="0">
            <a:off x="9155894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163130813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977254" y="5566557"/>
            <a:ext cx="1005644" cy="982309"/>
          </a:xfrm>
          <a:prstGeom prst="rect">
            <a:avLst/>
          </a:prstGeom>
        </p:spPr>
      </p:pic>
      <p:pic>
        <p:nvPicPr>
          <p:cNvPr id="1059211695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843507" y="5717725"/>
            <a:ext cx="1477586" cy="831142"/>
          </a:xfrm>
          <a:prstGeom prst="rect">
            <a:avLst/>
          </a:prstGeom>
        </p:spPr>
      </p:pic>
      <p:sp>
        <p:nvSpPr>
          <p:cNvPr id="694084527" name=""/>
          <p:cNvSpPr txBox="1"/>
          <p:nvPr/>
        </p:nvSpPr>
        <p:spPr bwMode="auto">
          <a:xfrm rot="0" flipH="0" flipV="0">
            <a:off x="3371166" y="7418970"/>
            <a:ext cx="824688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644320434" name=""/>
          <p:cNvSpPr txBox="1"/>
          <p:nvPr/>
        </p:nvSpPr>
        <p:spPr bwMode="auto">
          <a:xfrm rot="0" flipH="0" flipV="0">
            <a:off x="3648105" y="13218637"/>
            <a:ext cx="75471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Yang Critical Pada Whatsapp Web Yang Mampu Menyebabkan Serangan XSS Terus Menurus Melalui Open Redirect.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16697769" name=""/>
          <p:cNvSpPr txBox="1"/>
          <p:nvPr/>
        </p:nvSpPr>
        <p:spPr bwMode="auto">
          <a:xfrm rot="0" flipH="0" flipV="0">
            <a:off x="3711848" y="10123075"/>
            <a:ext cx="7562994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440A0"/>
                    </a:gs>
                    <a:gs pos="100000">
                      <a:srgbClr val="6F8EFA"/>
                    </a:gs>
                  </a:gsLst>
                  <a:lin ang="8100000" scaled="1"/>
                </a:gradFill>
                <a:latin typeface="Comfortaa"/>
                <a:ea typeface="Comfortaa"/>
                <a:cs typeface="Comfortaa"/>
              </a:rPr>
              <a:t>Whatsapp Web XSS Vulnarability (2019)</a:t>
            </a:r>
            <a:endParaRPr sz="2800" b="1">
              <a:gradFill>
                <a:gsLst>
                  <a:gs pos="0">
                    <a:srgbClr val="2440A0"/>
                  </a:gs>
                  <a:gs pos="100000">
                    <a:srgbClr val="6F8EFA"/>
                  </a:gs>
                </a:gsLst>
                <a:lin ang="8100000" scaled="1"/>
              </a:gradFill>
              <a:latin typeface="Comfortaa"/>
              <a:cs typeface="Comfortaa"/>
            </a:endParaRPr>
          </a:p>
        </p:txBody>
      </p:sp>
      <p:sp>
        <p:nvSpPr>
          <p:cNvPr id="1575672146" name=""/>
          <p:cNvSpPr txBox="1"/>
          <p:nvPr/>
        </p:nvSpPr>
        <p:spPr bwMode="auto">
          <a:xfrm rot="0" flipH="0" flipV="0">
            <a:off x="3648105" y="16943833"/>
            <a:ext cx="7541527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4252219" name=""/>
          <p:cNvSpPr/>
          <p:nvPr/>
        </p:nvSpPr>
        <p:spPr bwMode="auto">
          <a:xfrm flipH="0" flipV="0">
            <a:off x="106119" y="1488497"/>
            <a:ext cx="173016" cy="36611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926558462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950315088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3118393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0" y="9392244"/>
            <a:ext cx="2183301" cy="2183301"/>
          </a:xfrm>
          <a:prstGeom prst="rect">
            <a:avLst/>
          </a:prstGeom>
        </p:spPr>
      </p:pic>
      <p:pic>
        <p:nvPicPr>
          <p:cNvPr id="25947827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3" y="3332387"/>
            <a:ext cx="2358154" cy="1907721"/>
          </a:xfrm>
          <a:prstGeom prst="rect">
            <a:avLst/>
          </a:prstGeom>
        </p:spPr>
      </p:pic>
      <p:sp>
        <p:nvSpPr>
          <p:cNvPr id="1924586010" name=""/>
          <p:cNvSpPr txBox="1"/>
          <p:nvPr/>
        </p:nvSpPr>
        <p:spPr bwMode="auto">
          <a:xfrm rot="0" flipH="0" flipV="0">
            <a:off x="444822" y="1271332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2129394602" name=""/>
          <p:cNvSpPr txBox="1"/>
          <p:nvPr/>
        </p:nvSpPr>
        <p:spPr bwMode="auto">
          <a:xfrm rot="0" flipH="0" flipV="0">
            <a:off x="3371166" y="-12318013"/>
            <a:ext cx="8238962" cy="7227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00128984" name=""/>
          <p:cNvSpPr/>
          <p:nvPr/>
        </p:nvSpPr>
        <p:spPr bwMode="auto">
          <a:xfrm flipH="0" flipV="0">
            <a:off x="3360341" y="-9415155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79415197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003024" y="-5323580"/>
            <a:ext cx="1133476" cy="1133476"/>
          </a:xfrm>
          <a:prstGeom prst="rect">
            <a:avLst/>
          </a:prstGeom>
        </p:spPr>
      </p:pic>
      <p:sp>
        <p:nvSpPr>
          <p:cNvPr id="258273092" name=""/>
          <p:cNvSpPr/>
          <p:nvPr/>
        </p:nvSpPr>
        <p:spPr bwMode="auto">
          <a:xfrm flipH="0" flipV="0">
            <a:off x="6258117" y="-7314052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1887953367" name=""/>
          <p:cNvSpPr/>
          <p:nvPr/>
        </p:nvSpPr>
        <p:spPr bwMode="auto">
          <a:xfrm flipH="0" flipV="0">
            <a:off x="9155893" y="-5539787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700813947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977253" y="-1297045"/>
            <a:ext cx="1005643" cy="982308"/>
          </a:xfrm>
          <a:prstGeom prst="rect">
            <a:avLst/>
          </a:prstGeom>
        </p:spPr>
      </p:pic>
      <p:pic>
        <p:nvPicPr>
          <p:cNvPr id="188684816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843506" y="-2920142"/>
            <a:ext cx="1477585" cy="831141"/>
          </a:xfrm>
          <a:prstGeom prst="rect">
            <a:avLst/>
          </a:prstGeom>
        </p:spPr>
      </p:pic>
      <p:sp>
        <p:nvSpPr>
          <p:cNvPr id="537964259" name=""/>
          <p:cNvSpPr txBox="1"/>
          <p:nvPr/>
        </p:nvSpPr>
        <p:spPr bwMode="auto">
          <a:xfrm rot="0" flipH="0" flipV="0">
            <a:off x="3371166" y="479148"/>
            <a:ext cx="82465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534784088" name=""/>
          <p:cNvSpPr txBox="1"/>
          <p:nvPr/>
        </p:nvSpPr>
        <p:spPr bwMode="auto">
          <a:xfrm rot="0" flipH="0" flipV="0">
            <a:off x="3648105" y="2455389"/>
            <a:ext cx="75467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Yang Critical Pada Whatsapp Web Yang Mampu Menyebabkan Serangan XSS Terus Menurus Melalui Open Redirect.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70365268" name=""/>
          <p:cNvSpPr txBox="1"/>
          <p:nvPr/>
        </p:nvSpPr>
        <p:spPr bwMode="auto">
          <a:xfrm rot="0" flipH="0" flipV="0">
            <a:off x="3648105" y="4561334"/>
            <a:ext cx="7541168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604034066" name=""/>
          <p:cNvSpPr txBox="1"/>
          <p:nvPr/>
        </p:nvSpPr>
        <p:spPr bwMode="auto">
          <a:xfrm rot="0" flipH="0" flipV="0">
            <a:off x="3371166" y="7498390"/>
            <a:ext cx="825264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501493048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248023" y="9804585"/>
            <a:ext cx="1578511" cy="1383759"/>
          </a:xfrm>
          <a:prstGeom prst="rect">
            <a:avLst/>
          </a:prstGeom>
        </p:spPr>
      </p:pic>
      <p:sp>
        <p:nvSpPr>
          <p:cNvPr id="1238838865" name=""/>
          <p:cNvSpPr txBox="1"/>
          <p:nvPr/>
        </p:nvSpPr>
        <p:spPr bwMode="auto">
          <a:xfrm rot="0" flipH="0" flipV="0">
            <a:off x="4945599" y="9856206"/>
            <a:ext cx="6844965" cy="12835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12342524" name=""/>
          <p:cNvSpPr txBox="1"/>
          <p:nvPr/>
        </p:nvSpPr>
        <p:spPr bwMode="auto">
          <a:xfrm rot="0" flipH="0" flipV="0">
            <a:off x="4945599" y="14777961"/>
            <a:ext cx="6860804" cy="12835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603311837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507923" y="14840038"/>
            <a:ext cx="1105416" cy="1105416"/>
          </a:xfrm>
          <a:prstGeom prst="rect">
            <a:avLst/>
          </a:prstGeom>
        </p:spPr>
      </p:pic>
      <p:sp>
        <p:nvSpPr>
          <p:cNvPr id="1660188898" name=""/>
          <p:cNvSpPr txBox="1"/>
          <p:nvPr/>
        </p:nvSpPr>
        <p:spPr bwMode="auto">
          <a:xfrm rot="0" flipH="0" flipV="0">
            <a:off x="4945599" y="21730257"/>
            <a:ext cx="6908070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155023743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3354621" y="21669105"/>
            <a:ext cx="1365315" cy="1107549"/>
          </a:xfrm>
          <a:prstGeom prst="rect">
            <a:avLst/>
          </a:prstGeom>
        </p:spPr>
      </p:pic>
      <p:sp>
        <p:nvSpPr>
          <p:cNvPr id="562098359" name=""/>
          <p:cNvSpPr txBox="1"/>
          <p:nvPr/>
        </p:nvSpPr>
        <p:spPr bwMode="auto">
          <a:xfrm rot="0" flipH="0" flipV="0">
            <a:off x="3711848" y="1550576"/>
            <a:ext cx="756263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440A0"/>
                    </a:gs>
                    <a:gs pos="100000">
                      <a:srgbClr val="6F8EFA"/>
                    </a:gs>
                  </a:gsLst>
                  <a:lin ang="8100000" scaled="1"/>
                </a:gradFill>
                <a:latin typeface="Comfortaa"/>
                <a:ea typeface="Comfortaa"/>
                <a:cs typeface="Comfortaa"/>
              </a:rPr>
              <a:t>Whatsapp Web XSS Vulnarability (2019)</a:t>
            </a:r>
            <a:endParaRPr sz="2800" b="1">
              <a:gradFill>
                <a:gsLst>
                  <a:gs pos="0">
                    <a:srgbClr val="2440A0"/>
                  </a:gs>
                  <a:gs pos="100000">
                    <a:srgbClr val="6F8EFA"/>
                  </a:gs>
                </a:gsLst>
                <a:lin ang="810000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284509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337212362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63335979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0" y="9392244"/>
            <a:ext cx="2183301" cy="2183301"/>
          </a:xfrm>
          <a:prstGeom prst="rect">
            <a:avLst/>
          </a:prstGeom>
        </p:spPr>
      </p:pic>
      <p:pic>
        <p:nvPicPr>
          <p:cNvPr id="6881409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3" y="3332387"/>
            <a:ext cx="2358154" cy="1907721"/>
          </a:xfrm>
          <a:prstGeom prst="rect">
            <a:avLst/>
          </a:prstGeom>
        </p:spPr>
      </p:pic>
      <p:sp>
        <p:nvSpPr>
          <p:cNvPr id="594770733" name=""/>
          <p:cNvSpPr txBox="1"/>
          <p:nvPr/>
        </p:nvSpPr>
        <p:spPr bwMode="auto">
          <a:xfrm rot="0" flipH="0" flipV="0">
            <a:off x="444822" y="1271332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523886169" name=""/>
          <p:cNvSpPr txBox="1"/>
          <p:nvPr/>
        </p:nvSpPr>
        <p:spPr bwMode="auto">
          <a:xfrm rot="0" flipH="0" flipV="0">
            <a:off x="3371166" y="-11835315"/>
            <a:ext cx="82465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09353839" name=""/>
          <p:cNvSpPr txBox="1"/>
          <p:nvPr/>
        </p:nvSpPr>
        <p:spPr bwMode="auto">
          <a:xfrm rot="0" flipH="0" flipV="0">
            <a:off x="3371166" y="413991"/>
            <a:ext cx="825228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86069182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248024" y="1470211"/>
            <a:ext cx="1578512" cy="1383760"/>
          </a:xfrm>
          <a:prstGeom prst="rect">
            <a:avLst/>
          </a:prstGeom>
        </p:spPr>
      </p:pic>
      <p:sp>
        <p:nvSpPr>
          <p:cNvPr id="536474813" name=""/>
          <p:cNvSpPr txBox="1"/>
          <p:nvPr/>
        </p:nvSpPr>
        <p:spPr bwMode="auto">
          <a:xfrm rot="0" flipH="0" flipV="0">
            <a:off x="4945599" y="1521831"/>
            <a:ext cx="684460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550688190" name=""/>
          <p:cNvSpPr txBox="1"/>
          <p:nvPr/>
        </p:nvSpPr>
        <p:spPr bwMode="auto">
          <a:xfrm rot="0" flipH="0" flipV="0">
            <a:off x="4945599" y="3228899"/>
            <a:ext cx="686044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54629226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507924" y="3290976"/>
            <a:ext cx="1105417" cy="1105417"/>
          </a:xfrm>
          <a:prstGeom prst="rect">
            <a:avLst/>
          </a:prstGeom>
        </p:spPr>
      </p:pic>
      <p:sp>
        <p:nvSpPr>
          <p:cNvPr id="2076755548" name=""/>
          <p:cNvSpPr txBox="1"/>
          <p:nvPr/>
        </p:nvSpPr>
        <p:spPr bwMode="auto">
          <a:xfrm rot="0" flipH="0" flipV="0">
            <a:off x="4945599" y="5001976"/>
            <a:ext cx="6907711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67104794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3354622" y="4940823"/>
            <a:ext cx="1365316" cy="1107550"/>
          </a:xfrm>
          <a:prstGeom prst="rect">
            <a:avLst/>
          </a:prstGeom>
        </p:spPr>
      </p:pic>
      <p:pic>
        <p:nvPicPr>
          <p:cNvPr id="183283808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403686" y="-4182033"/>
            <a:ext cx="2164309" cy="2164309"/>
          </a:xfrm>
          <a:prstGeom prst="rect">
            <a:avLst/>
          </a:prstGeom>
        </p:spPr>
      </p:pic>
      <p:sp>
        <p:nvSpPr>
          <p:cNvPr id="481924254" name=""/>
          <p:cNvSpPr txBox="1"/>
          <p:nvPr/>
        </p:nvSpPr>
        <p:spPr bwMode="auto">
          <a:xfrm rot="0" flipH="0" flipV="0">
            <a:off x="597222" y="-5848690"/>
            <a:ext cx="18229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316602180" name=""/>
          <p:cNvSpPr txBox="1"/>
          <p:nvPr/>
        </p:nvSpPr>
        <p:spPr bwMode="auto">
          <a:xfrm rot="0" flipH="0" flipV="0">
            <a:off x="3648105" y="-6062158"/>
            <a:ext cx="75471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Yang Critical Pada Whatsapp Web Yang Mampu Menyebabkan Serangan XSS Terus Menurus Melalui Open Redirect.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27936871" name=""/>
          <p:cNvSpPr txBox="1"/>
          <p:nvPr/>
        </p:nvSpPr>
        <p:spPr bwMode="auto">
          <a:xfrm rot="0" flipH="0" flipV="0">
            <a:off x="3648105" y="-2216069"/>
            <a:ext cx="7541527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968560054" name=""/>
          <p:cNvSpPr txBox="1"/>
          <p:nvPr/>
        </p:nvSpPr>
        <p:spPr bwMode="auto">
          <a:xfrm rot="0" flipH="0" flipV="0">
            <a:off x="3711848" y="-8890289"/>
            <a:ext cx="7562994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440A0"/>
                    </a:gs>
                    <a:gs pos="100000">
                      <a:srgbClr val="6F8EFA"/>
                    </a:gs>
                  </a:gsLst>
                  <a:lin ang="8100000" scaled="1"/>
                </a:gradFill>
                <a:latin typeface="Comfortaa"/>
                <a:ea typeface="Comfortaa"/>
                <a:cs typeface="Comfortaa"/>
              </a:rPr>
              <a:t>Whatsapp Web XSS Vulnarability (2019)</a:t>
            </a:r>
            <a:endParaRPr sz="2800" b="1">
              <a:gradFill>
                <a:gsLst>
                  <a:gs pos="0">
                    <a:srgbClr val="2440A0"/>
                  </a:gs>
                  <a:gs pos="100000">
                    <a:srgbClr val="6F8EFA"/>
                  </a:gs>
                </a:gsLst>
                <a:lin ang="8100000" scaled="1"/>
              </a:gradFill>
              <a:latin typeface="Comfortaa"/>
              <a:cs typeface="Comfortaa"/>
            </a:endParaRPr>
          </a:p>
        </p:txBody>
      </p:sp>
      <p:sp>
        <p:nvSpPr>
          <p:cNvPr id="199307082" name=""/>
          <p:cNvSpPr txBox="1"/>
          <p:nvPr/>
        </p:nvSpPr>
        <p:spPr bwMode="auto">
          <a:xfrm rot="0" flipH="0" flipV="0">
            <a:off x="4652730" y="7361992"/>
            <a:ext cx="624145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895800463" name=""/>
          <p:cNvSpPr txBox="1"/>
          <p:nvPr/>
        </p:nvSpPr>
        <p:spPr bwMode="auto">
          <a:xfrm rot="0" flipH="0" flipV="0">
            <a:off x="3450540" y="9128251"/>
            <a:ext cx="8167613" cy="24052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SQL Injection pada dasarnya mirip dengan XSS dimana penyerang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memanfaatkan form input yang tidak divalidasi untuk menyisipkan perintah SQL seperti “SELECT”, “DELETE”, “INSERT”, dll untuk memanipulasi database atau penggunaan logic SQL untuk bypass login, data retrieval, dan lainya.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03825347" name=""/>
          <p:cNvSpPr txBox="1"/>
          <p:nvPr/>
        </p:nvSpPr>
        <p:spPr bwMode="auto">
          <a:xfrm rot="0" flipH="0" flipV="0">
            <a:off x="3450540" y="14136513"/>
            <a:ext cx="8027213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00FFFF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Login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08456936" name=""/>
          <p:cNvSpPr txBox="1"/>
          <p:nvPr/>
        </p:nvSpPr>
        <p:spPr bwMode="auto">
          <a:xfrm rot="0" flipH="0" flipV="0">
            <a:off x="3460737" y="14556686"/>
            <a:ext cx="2404949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21133046" name=""/>
          <p:cNvSpPr/>
          <p:nvPr/>
        </p:nvSpPr>
        <p:spPr bwMode="auto">
          <a:xfrm rot="0" flipH="0" flipV="0">
            <a:off x="5423366" y="14601497"/>
            <a:ext cx="2349909" cy="412747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sz="2800" b="1">
                <a:solidFill>
                  <a:schemeClr val="tx1"/>
                </a:solidFill>
                <a:latin typeface="Comfortaa"/>
                <a:cs typeface="Comfortaa"/>
              </a:rPr>
              <a:t>‘ or 1=1 —</a:t>
            </a:r>
            <a:endParaRPr sz="2800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511488641" name=""/>
          <p:cNvSpPr txBox="1"/>
          <p:nvPr/>
        </p:nvSpPr>
        <p:spPr bwMode="auto">
          <a:xfrm rot="0" flipH="0" flipV="0">
            <a:off x="3507923" y="20348291"/>
            <a:ext cx="8189572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kasus tsb, penyerang menyisipkan logika 1=1 yang berhasil True sehingga program akan memberi akses pada penyerang 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085413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638043006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7593260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76503" y="11916794"/>
            <a:ext cx="2358154" cy="1907721"/>
          </a:xfrm>
          <a:prstGeom prst="rect">
            <a:avLst/>
          </a:prstGeom>
        </p:spPr>
      </p:pic>
      <p:sp>
        <p:nvSpPr>
          <p:cNvPr id="402901618" name=""/>
          <p:cNvSpPr txBox="1"/>
          <p:nvPr/>
        </p:nvSpPr>
        <p:spPr bwMode="auto">
          <a:xfrm rot="0" flipH="0" flipV="0">
            <a:off x="444822" y="9855739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525739065" name=""/>
          <p:cNvSpPr txBox="1"/>
          <p:nvPr/>
        </p:nvSpPr>
        <p:spPr bwMode="auto">
          <a:xfrm rot="0" flipH="0" flipV="0">
            <a:off x="3371166" y="-15778507"/>
            <a:ext cx="825228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50589778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48024" y="-11208420"/>
            <a:ext cx="1578512" cy="1383760"/>
          </a:xfrm>
          <a:prstGeom prst="rect">
            <a:avLst/>
          </a:prstGeom>
        </p:spPr>
      </p:pic>
      <p:sp>
        <p:nvSpPr>
          <p:cNvPr id="1056343992" name=""/>
          <p:cNvSpPr txBox="1"/>
          <p:nvPr/>
        </p:nvSpPr>
        <p:spPr bwMode="auto">
          <a:xfrm rot="0" flipH="0" flipV="0">
            <a:off x="4945599" y="-11156799"/>
            <a:ext cx="684460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20260459" name=""/>
          <p:cNvSpPr txBox="1"/>
          <p:nvPr/>
        </p:nvSpPr>
        <p:spPr bwMode="auto">
          <a:xfrm rot="0" flipH="0" flipV="0">
            <a:off x="4945599" y="-6473170"/>
            <a:ext cx="686044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87590253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507924" y="-6411093"/>
            <a:ext cx="1105417" cy="1105417"/>
          </a:xfrm>
          <a:prstGeom prst="rect">
            <a:avLst/>
          </a:prstGeom>
        </p:spPr>
      </p:pic>
      <p:sp>
        <p:nvSpPr>
          <p:cNvPr id="225856437" name=""/>
          <p:cNvSpPr txBox="1"/>
          <p:nvPr/>
        </p:nvSpPr>
        <p:spPr bwMode="auto">
          <a:xfrm rot="0" flipH="0" flipV="0">
            <a:off x="4945599" y="-2439429"/>
            <a:ext cx="6907711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93166614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54622" y="-2499058"/>
            <a:ext cx="1365316" cy="1107550"/>
          </a:xfrm>
          <a:prstGeom prst="rect">
            <a:avLst/>
          </a:prstGeom>
        </p:spPr>
      </p:pic>
      <p:pic>
        <p:nvPicPr>
          <p:cNvPr id="1007515097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251286" y="2938708"/>
            <a:ext cx="2164309" cy="2164309"/>
          </a:xfrm>
          <a:prstGeom prst="rect">
            <a:avLst/>
          </a:prstGeom>
        </p:spPr>
      </p:pic>
      <p:sp>
        <p:nvSpPr>
          <p:cNvPr id="796503774" name=""/>
          <p:cNvSpPr txBox="1"/>
          <p:nvPr/>
        </p:nvSpPr>
        <p:spPr bwMode="auto">
          <a:xfrm rot="0" flipH="0" flipV="0">
            <a:off x="444822" y="1271872"/>
            <a:ext cx="18225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708595366" name=""/>
          <p:cNvSpPr txBox="1"/>
          <p:nvPr/>
        </p:nvSpPr>
        <p:spPr bwMode="auto">
          <a:xfrm rot="0" flipH="0" flipV="0">
            <a:off x="4652731" y="313313"/>
            <a:ext cx="624109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483115276" name=""/>
          <p:cNvSpPr txBox="1"/>
          <p:nvPr/>
        </p:nvSpPr>
        <p:spPr bwMode="auto">
          <a:xfrm rot="0" flipH="0" flipV="0">
            <a:off x="3450540" y="1317752"/>
            <a:ext cx="8167254" cy="24052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SQL Injection pada dasarnya mirip dengan XSS dimana penyerang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memanfaatkan form input yang tidak divalidasi untuk menyisipkan perintah SQL seperti “SELECT”, “DELETE”, “INSERT”, dll untuk memanipulasi database atau penggunaan logic SQL untuk bypass login, data retrieval, dan lainya.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512675659" name=""/>
          <p:cNvSpPr txBox="1"/>
          <p:nvPr/>
        </p:nvSpPr>
        <p:spPr bwMode="auto">
          <a:xfrm rot="0" flipH="0" flipV="0">
            <a:off x="3450540" y="3849513"/>
            <a:ext cx="8026854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00FFFF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Login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27326945" name=""/>
          <p:cNvSpPr txBox="1"/>
          <p:nvPr/>
        </p:nvSpPr>
        <p:spPr bwMode="auto">
          <a:xfrm rot="0" flipH="0" flipV="0">
            <a:off x="3460737" y="4269686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95549461" name=""/>
          <p:cNvSpPr/>
          <p:nvPr/>
        </p:nvSpPr>
        <p:spPr bwMode="auto">
          <a:xfrm rot="0" flipH="0" flipV="0">
            <a:off x="5423367" y="4314497"/>
            <a:ext cx="2349909" cy="41274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sz="2800" b="1">
                <a:solidFill>
                  <a:schemeClr val="tx1"/>
                </a:solidFill>
                <a:latin typeface="Comfortaa"/>
                <a:cs typeface="Comfortaa"/>
              </a:rPr>
              <a:t>‘ or 1=1 —</a:t>
            </a:r>
            <a:endParaRPr sz="2800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2013186638" name=""/>
          <p:cNvSpPr txBox="1"/>
          <p:nvPr/>
        </p:nvSpPr>
        <p:spPr bwMode="auto">
          <a:xfrm rot="0" flipH="0" flipV="0">
            <a:off x="3507923" y="4917792"/>
            <a:ext cx="8189213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kasus tsb, penyerang menyisipkan logika 1=1 yang berhasil True sehingga program akan memberi akses pada penyerang 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10458012" name=""/>
          <p:cNvSpPr txBox="1"/>
          <p:nvPr/>
        </p:nvSpPr>
        <p:spPr bwMode="auto">
          <a:xfrm rot="0" flipH="0" flipV="0">
            <a:off x="4284572" y="6888621"/>
            <a:ext cx="698352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Kasus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420952454" name=""/>
          <p:cNvSpPr txBox="1"/>
          <p:nvPr/>
        </p:nvSpPr>
        <p:spPr bwMode="auto">
          <a:xfrm rot="0" flipH="0" flipV="0">
            <a:off x="3310561" y="8682693"/>
            <a:ext cx="7004044" cy="5474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F0E0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Ghostsell Hacker Attack (2012)</a:t>
            </a:r>
            <a:endParaRPr sz="2600" b="1">
              <a:gradFill>
                <a:gsLst>
                  <a:gs pos="0">
                    <a:srgbClr val="00F0E0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799027542" name=""/>
          <p:cNvSpPr txBox="1"/>
          <p:nvPr/>
        </p:nvSpPr>
        <p:spPr bwMode="auto">
          <a:xfrm rot="0" flipH="0" flipV="0">
            <a:off x="3310561" y="11419744"/>
            <a:ext cx="8445486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Sebuah group hackers bernama Ghostsell meluncurkan serangan SQL Injection ke berbagai website agensi pemerintahan seperti NASA, European Space Agency, Federal Reserve, dll.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57545075" name=""/>
          <p:cNvSpPr txBox="1"/>
          <p:nvPr/>
        </p:nvSpPr>
        <p:spPr bwMode="auto">
          <a:xfrm rot="0" flipH="0" flipV="0">
            <a:off x="3310561" y="16226658"/>
            <a:ext cx="8522165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Ghostsell menggunakan tools bernama Havij yang melakukan scan pada website dan kemudian melakukan SQL Injection pada website tersebut secara otomatis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62177842" name=""/>
          <p:cNvSpPr txBox="1"/>
          <p:nvPr/>
        </p:nvSpPr>
        <p:spPr bwMode="auto">
          <a:xfrm rot="0" flipH="0" flipV="0">
            <a:off x="3310561" y="22457754"/>
            <a:ext cx="8562845" cy="8629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Dampak dari serangan ini menyebabkan 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kebocoran data berupa username, password, dan  email addres.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168573" name=""/>
          <p:cNvSpPr/>
          <p:nvPr/>
        </p:nvSpPr>
        <p:spPr bwMode="auto">
          <a:xfrm rot="0" flipH="0" flipV="0">
            <a:off x="-283797" y="-35472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302776887" name=""/>
          <p:cNvSpPr/>
          <p:nvPr/>
        </p:nvSpPr>
        <p:spPr bwMode="auto">
          <a:xfrm rot="0" flipH="0" flipV="0">
            <a:off x="-283797" y="-31747"/>
            <a:ext cx="3278763" cy="6877596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5607253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1285" y="2938707"/>
            <a:ext cx="2164308" cy="2164308"/>
          </a:xfrm>
          <a:prstGeom prst="rect">
            <a:avLst/>
          </a:prstGeom>
        </p:spPr>
      </p:pic>
      <p:sp>
        <p:nvSpPr>
          <p:cNvPr id="1537947201" name=""/>
          <p:cNvSpPr txBox="1"/>
          <p:nvPr/>
        </p:nvSpPr>
        <p:spPr bwMode="auto">
          <a:xfrm rot="0" flipH="0" flipV="0">
            <a:off x="444821" y="1271871"/>
            <a:ext cx="1822593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439561167" name=""/>
          <p:cNvSpPr txBox="1"/>
          <p:nvPr/>
        </p:nvSpPr>
        <p:spPr bwMode="auto">
          <a:xfrm rot="0" flipH="0" flipV="0">
            <a:off x="4652731" y="-14340530"/>
            <a:ext cx="624109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636432696" name=""/>
          <p:cNvSpPr txBox="1"/>
          <p:nvPr/>
        </p:nvSpPr>
        <p:spPr bwMode="auto">
          <a:xfrm rot="0" flipH="0" flipV="0">
            <a:off x="3450540" y="-9489458"/>
            <a:ext cx="8145293" cy="24052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SQL Injection pada dasarnya mirip dengan XSS dimana penyerang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memanfaatkan form input yang tidak divalidasi untuk menyisipkan perintah SQL seperti “SELECT”, “DELETE”, “INSERT”, dll untuk memanipulasi database atau penggunaan logic SQL untuk bypass login, data retrieval, dan lainya.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26810040" name=""/>
          <p:cNvSpPr txBox="1"/>
          <p:nvPr/>
        </p:nvSpPr>
        <p:spPr bwMode="auto">
          <a:xfrm rot="0" flipH="0" flipV="0">
            <a:off x="3460737" y="-4247860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73441542" name=""/>
          <p:cNvSpPr/>
          <p:nvPr/>
        </p:nvSpPr>
        <p:spPr bwMode="auto">
          <a:xfrm rot="0" flipH="0" flipV="0">
            <a:off x="5423367" y="-4203049"/>
            <a:ext cx="2349909" cy="41274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sz="2800" b="1">
                <a:solidFill>
                  <a:schemeClr val="tx1"/>
                </a:solidFill>
                <a:latin typeface="Comfortaa"/>
                <a:cs typeface="Comfortaa"/>
              </a:rPr>
              <a:t>‘ or 1=1 —</a:t>
            </a:r>
            <a:endParaRPr sz="2800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345486035" name=""/>
          <p:cNvSpPr txBox="1"/>
          <p:nvPr/>
        </p:nvSpPr>
        <p:spPr bwMode="auto">
          <a:xfrm rot="0" flipH="0" flipV="0">
            <a:off x="3507923" y="-1951197"/>
            <a:ext cx="8189213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kasus tsb, penyerang menyisipkan logika 1=1 yang berhasil True sehingga program akan memberi akses pada penyerang 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352901232" name=""/>
          <p:cNvSpPr txBox="1"/>
          <p:nvPr/>
        </p:nvSpPr>
        <p:spPr bwMode="auto">
          <a:xfrm rot="0" flipH="0" flipV="0">
            <a:off x="3450540" y="-4668033"/>
            <a:ext cx="8027213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00FFFF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Login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57203736" name=""/>
          <p:cNvSpPr txBox="1"/>
          <p:nvPr/>
        </p:nvSpPr>
        <p:spPr bwMode="auto">
          <a:xfrm rot="0" flipH="0" flipV="0">
            <a:off x="4284573" y="316192"/>
            <a:ext cx="6983165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Kasus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59388117" name=""/>
          <p:cNvSpPr txBox="1"/>
          <p:nvPr/>
        </p:nvSpPr>
        <p:spPr bwMode="auto">
          <a:xfrm rot="0" flipH="0" flipV="0">
            <a:off x="3310562" y="1348264"/>
            <a:ext cx="7003685" cy="5474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F0E0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Ghostsell Hacker Attack (2012)</a:t>
            </a:r>
            <a:endParaRPr sz="2600" b="1">
              <a:gradFill>
                <a:gsLst>
                  <a:gs pos="0">
                    <a:srgbClr val="00F0E0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214170479" name=""/>
          <p:cNvSpPr txBox="1"/>
          <p:nvPr/>
        </p:nvSpPr>
        <p:spPr bwMode="auto">
          <a:xfrm rot="0" flipH="0" flipV="0">
            <a:off x="3310562" y="2180495"/>
            <a:ext cx="8445126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Sebuah group hackers bernama Ghostsell meluncurkan serangan SQL Injection ke berbagai website agensi pemerintahan seperti NASA, European Space Agency, Federal Reserve, dll.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037922031" name=""/>
          <p:cNvSpPr txBox="1"/>
          <p:nvPr/>
        </p:nvSpPr>
        <p:spPr bwMode="auto">
          <a:xfrm rot="0" flipH="0" flipV="0">
            <a:off x="3310562" y="3939408"/>
            <a:ext cx="8521806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Ghostsell menggunakan tools bernama Havij yang melakukan scan pada website dan kemudian melakukan SQL Injection pada website tersebut secara otomatis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532598785" name=""/>
          <p:cNvSpPr txBox="1"/>
          <p:nvPr/>
        </p:nvSpPr>
        <p:spPr bwMode="auto">
          <a:xfrm rot="0" flipH="0" flipV="0">
            <a:off x="3310562" y="5312755"/>
            <a:ext cx="8562486" cy="8629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Dampak dari serangan ini menyebabkan 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kebocoran data berupa username, password, dan  email addres.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07020938" name=""/>
          <p:cNvSpPr txBox="1"/>
          <p:nvPr/>
        </p:nvSpPr>
        <p:spPr bwMode="auto">
          <a:xfrm rot="0" flipH="0" flipV="0">
            <a:off x="4062103" y="7537622"/>
            <a:ext cx="7435298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pic>
        <p:nvPicPr>
          <p:cNvPr id="194779300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62936" y="9581344"/>
            <a:ext cx="1424337" cy="1424337"/>
          </a:xfrm>
          <a:prstGeom prst="rect">
            <a:avLst/>
          </a:prstGeom>
        </p:spPr>
      </p:pic>
      <p:sp>
        <p:nvSpPr>
          <p:cNvPr id="212916082" name=""/>
          <p:cNvSpPr txBox="1"/>
          <p:nvPr/>
        </p:nvSpPr>
        <p:spPr bwMode="auto">
          <a:xfrm rot="0" flipH="0" flipV="0">
            <a:off x="4887299" y="9644538"/>
            <a:ext cx="7192453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Parameterized Queries (Prepared Statements)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Pemisahan antara data input dengan kode yang dapat dijalankan database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89844842" name=""/>
          <p:cNvSpPr txBox="1"/>
          <p:nvPr/>
        </p:nvSpPr>
        <p:spPr bwMode="auto">
          <a:xfrm rot="0" flipH="0" flipV="0">
            <a:off x="4945599" y="14265924"/>
            <a:ext cx="7135594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Least Privilege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0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Pembatasan akses database berdasarkan akun database untuk mengurangi dampak serangan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860005" name=""/>
          <p:cNvSpPr txBox="1"/>
          <p:nvPr/>
        </p:nvSpPr>
        <p:spPr bwMode="auto">
          <a:xfrm rot="0" flipH="0" flipV="0">
            <a:off x="4945599" y="21173309"/>
            <a:ext cx="7135234" cy="1067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Input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apakah input yang diterima sesuai dengan karakter yang sudah ditentukan 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62940729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445725" y="14279697"/>
            <a:ext cx="1232754" cy="1150839"/>
          </a:xfrm>
          <a:prstGeom prst="rect">
            <a:avLst/>
          </a:prstGeom>
        </p:spPr>
      </p:pic>
      <p:pic>
        <p:nvPicPr>
          <p:cNvPr id="113336577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49935" y="20990552"/>
            <a:ext cx="1424337" cy="13431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4762456" name=""/>
          <p:cNvSpPr/>
          <p:nvPr/>
        </p:nvSpPr>
        <p:spPr bwMode="auto">
          <a:xfrm rot="0" flipH="0" flipV="0">
            <a:off x="-283797" y="-35472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2132061874" name=""/>
          <p:cNvSpPr/>
          <p:nvPr/>
        </p:nvSpPr>
        <p:spPr bwMode="auto">
          <a:xfrm rot="0" flipH="0" flipV="0">
            <a:off x="-283797" y="-31747"/>
            <a:ext cx="3278763" cy="6877596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6447258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1285" y="2938707"/>
            <a:ext cx="2164308" cy="2164308"/>
          </a:xfrm>
          <a:prstGeom prst="rect">
            <a:avLst/>
          </a:prstGeom>
        </p:spPr>
      </p:pic>
      <p:sp>
        <p:nvSpPr>
          <p:cNvPr id="112715406" name=""/>
          <p:cNvSpPr txBox="1"/>
          <p:nvPr/>
        </p:nvSpPr>
        <p:spPr bwMode="auto">
          <a:xfrm rot="0" flipH="0" flipV="0">
            <a:off x="444821" y="1271871"/>
            <a:ext cx="1822593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2135154762" name=""/>
          <p:cNvSpPr txBox="1"/>
          <p:nvPr/>
        </p:nvSpPr>
        <p:spPr bwMode="auto">
          <a:xfrm rot="0" flipH="0" flipV="0">
            <a:off x="4284573" y="-17305057"/>
            <a:ext cx="6983165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Kasus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780926275" name=""/>
          <p:cNvSpPr txBox="1"/>
          <p:nvPr/>
        </p:nvSpPr>
        <p:spPr bwMode="auto">
          <a:xfrm rot="0" flipH="0" flipV="0">
            <a:off x="3310562" y="-11986735"/>
            <a:ext cx="7003685" cy="5474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F0E0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Ghostsell Hacker Attack (2012)</a:t>
            </a:r>
            <a:endParaRPr sz="2600" b="1">
              <a:gradFill>
                <a:gsLst>
                  <a:gs pos="0">
                    <a:srgbClr val="00F0E0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707894944" name=""/>
          <p:cNvSpPr txBox="1"/>
          <p:nvPr/>
        </p:nvSpPr>
        <p:spPr bwMode="auto">
          <a:xfrm rot="0" flipH="0" flipV="0">
            <a:off x="3310562" y="-8297004"/>
            <a:ext cx="8445126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Sebuah group hackers bernama Ghostsell meluncurkan serangan SQL Injection ke berbagai website agensi pemerintahan seperti NASA, European Space Agency, Federal Reserve, dll.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00992763" name=""/>
          <p:cNvSpPr txBox="1"/>
          <p:nvPr/>
        </p:nvSpPr>
        <p:spPr bwMode="auto">
          <a:xfrm rot="0" flipH="0" flipV="0">
            <a:off x="3310562" y="-4633090"/>
            <a:ext cx="8521806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Ghostsell menggunakan tools bernama Havij yang melakukan scan pada website dan kemudian melakukan SQL Injection pada website tersebut secara otomatis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02998254" name=""/>
          <p:cNvSpPr txBox="1"/>
          <p:nvPr/>
        </p:nvSpPr>
        <p:spPr bwMode="auto">
          <a:xfrm rot="0" flipH="0" flipV="0">
            <a:off x="3310562" y="-1449994"/>
            <a:ext cx="8562486" cy="8629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Dampak dari serangan ini menyebabkan 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kebocoran data berupa username, password, dan  email addres.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96831055" name=""/>
          <p:cNvSpPr txBox="1"/>
          <p:nvPr/>
        </p:nvSpPr>
        <p:spPr bwMode="auto">
          <a:xfrm rot="0" flipH="0" flipV="0">
            <a:off x="4062104" y="319610"/>
            <a:ext cx="7434938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pic>
        <p:nvPicPr>
          <p:cNvPr id="139669016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62936" y="1411011"/>
            <a:ext cx="1424337" cy="1424337"/>
          </a:xfrm>
          <a:prstGeom prst="rect">
            <a:avLst/>
          </a:prstGeom>
        </p:spPr>
      </p:pic>
      <p:sp>
        <p:nvSpPr>
          <p:cNvPr id="655546638" name=""/>
          <p:cNvSpPr txBox="1"/>
          <p:nvPr/>
        </p:nvSpPr>
        <p:spPr bwMode="auto">
          <a:xfrm rot="0" flipH="0" flipV="0">
            <a:off x="4887299" y="1474205"/>
            <a:ext cx="7192094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Parameterized Queries (Prepared Statements)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Pemisahan antara data input dengan kode yang dapat dijalankan database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03500205" name=""/>
          <p:cNvSpPr txBox="1"/>
          <p:nvPr/>
        </p:nvSpPr>
        <p:spPr bwMode="auto">
          <a:xfrm rot="0" flipH="0" flipV="0">
            <a:off x="4945599" y="3238090"/>
            <a:ext cx="7135235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Least Privilege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0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Pembatasan akses database berdasarkan akun database untuk mengurangi dampak serangan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248503960" name=""/>
          <p:cNvSpPr txBox="1"/>
          <p:nvPr/>
        </p:nvSpPr>
        <p:spPr bwMode="auto">
          <a:xfrm rot="0" flipH="0" flipV="0">
            <a:off x="4945599" y="5001975"/>
            <a:ext cx="7134875" cy="1067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Input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apakah input yang diterima sesuai dengan karakter yang sudah ditentukan 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202189605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445726" y="3251863"/>
            <a:ext cx="1232755" cy="1150840"/>
          </a:xfrm>
          <a:prstGeom prst="rect">
            <a:avLst/>
          </a:prstGeom>
        </p:spPr>
      </p:pic>
      <p:pic>
        <p:nvPicPr>
          <p:cNvPr id="143688998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49935" y="4819219"/>
            <a:ext cx="1424337" cy="1343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4322019" name=""/>
          <p:cNvSpPr/>
          <p:nvPr/>
        </p:nvSpPr>
        <p:spPr bwMode="auto">
          <a:xfrm rot="0" flipH="0" flipV="0">
            <a:off x="-283797" y="-35471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796524515" name=""/>
          <p:cNvSpPr/>
          <p:nvPr/>
        </p:nvSpPr>
        <p:spPr bwMode="auto">
          <a:xfrm rot="0" flipH="0" flipV="0">
            <a:off x="-283797" y="-31746"/>
            <a:ext cx="3278763" cy="6877595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3829865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1284" y="2938707"/>
            <a:ext cx="2164307" cy="2164307"/>
          </a:xfrm>
          <a:prstGeom prst="rect">
            <a:avLst/>
          </a:prstGeom>
        </p:spPr>
      </p:pic>
      <p:sp>
        <p:nvSpPr>
          <p:cNvPr id="583110333" name=""/>
          <p:cNvSpPr txBox="1"/>
          <p:nvPr/>
        </p:nvSpPr>
        <p:spPr bwMode="auto">
          <a:xfrm rot="0" flipH="0" flipV="0">
            <a:off x="444820" y="1271870"/>
            <a:ext cx="1822593" cy="201964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136821464" name=""/>
          <p:cNvSpPr txBox="1"/>
          <p:nvPr/>
        </p:nvSpPr>
        <p:spPr bwMode="auto">
          <a:xfrm rot="0" flipH="0" flipV="0">
            <a:off x="4062104" y="-14063139"/>
            <a:ext cx="7434938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pic>
        <p:nvPicPr>
          <p:cNvPr id="56671071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62936" y="-9733239"/>
            <a:ext cx="1424337" cy="1424337"/>
          </a:xfrm>
          <a:prstGeom prst="rect">
            <a:avLst/>
          </a:prstGeom>
        </p:spPr>
      </p:pic>
      <p:sp>
        <p:nvSpPr>
          <p:cNvPr id="1725937894" name=""/>
          <p:cNvSpPr txBox="1"/>
          <p:nvPr/>
        </p:nvSpPr>
        <p:spPr bwMode="auto">
          <a:xfrm rot="0" flipH="0" flipV="0">
            <a:off x="4887299" y="-9670043"/>
            <a:ext cx="7192094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Parameterized Queries (Prepared Statements)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Pemisahan antara data input dengan kode yang dapat dijalankan database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97792708" name=""/>
          <p:cNvSpPr txBox="1"/>
          <p:nvPr/>
        </p:nvSpPr>
        <p:spPr bwMode="auto">
          <a:xfrm rot="0" flipH="0" flipV="0">
            <a:off x="4945599" y="-5334408"/>
            <a:ext cx="7135235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Least Privilege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0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Pembatasan akses database berdasarkan akun database untuk mengurangi dampak serangan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05490418" name=""/>
          <p:cNvSpPr txBox="1"/>
          <p:nvPr/>
        </p:nvSpPr>
        <p:spPr bwMode="auto">
          <a:xfrm rot="0" flipH="0" flipV="0">
            <a:off x="4945599" y="-1760773"/>
            <a:ext cx="7134875" cy="1067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Input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apakah input yang diterima sesuai dengan karakter yang sudah ditentukan 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28722745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445726" y="-5320635"/>
            <a:ext cx="1232755" cy="1150840"/>
          </a:xfrm>
          <a:prstGeom prst="rect">
            <a:avLst/>
          </a:prstGeom>
        </p:spPr>
      </p:pic>
      <p:pic>
        <p:nvPicPr>
          <p:cNvPr id="149753847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49935" y="-1943530"/>
            <a:ext cx="1424337" cy="1343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2026-04-17T17:16:00Z</dcterms:modified>
</cp:coreProperties>
</file>
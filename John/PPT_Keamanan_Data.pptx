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57844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8364317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1463928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7364200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535923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4549411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1746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6495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62667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3091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4490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284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6EAF1-033B-F1CB-7CB3-6F9F5318C2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107320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3721727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9899767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604574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69860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8331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9474412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722462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104074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09416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12804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194417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265330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7867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27244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6219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485559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9864259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468817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665766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604429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389111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36761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8485683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8756182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674838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9097756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2440825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773804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55172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006107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1979493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25768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11240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6334153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764313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59954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4455608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420189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6840285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6108772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355004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69378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943325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97153509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838905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457316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20503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6030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50579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124288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61842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80914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175713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8726570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591144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965640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09803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55107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39196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8405619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2336402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2067932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489409" name=""/>
          <p:cNvSpPr/>
          <p:nvPr/>
        </p:nvSpPr>
        <p:spPr bwMode="auto">
          <a:xfrm flipH="0" flipV="0">
            <a:off x="106120" y="1488499"/>
            <a:ext cx="172658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/>
          </a:p>
        </p:txBody>
      </p:sp>
      <p:pic>
        <p:nvPicPr>
          <p:cNvPr id="180891432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1" flipV="0">
            <a:off x="-17100" y="-89998"/>
            <a:ext cx="12293288" cy="7005148"/>
          </a:xfrm>
          <a:prstGeom prst="rect">
            <a:avLst/>
          </a:prstGeom>
        </p:spPr>
      </p:pic>
      <p:sp>
        <p:nvSpPr>
          <p:cNvPr id="600362768" name=""/>
          <p:cNvSpPr/>
          <p:nvPr/>
        </p:nvSpPr>
        <p:spPr bwMode="auto">
          <a:xfrm rot="0" flipH="0" flipV="0">
            <a:off x="-360000" y="-280498"/>
            <a:ext cx="11201400" cy="7424248"/>
          </a:xfrm>
          <a:prstGeom prst="homePlate">
            <a:avLst>
              <a:gd name="adj" fmla="val 39370"/>
            </a:avLst>
          </a:prstGeom>
          <a:solidFill>
            <a:srgbClr val="000000">
              <a:alpha val="80000"/>
            </a:srgbClr>
          </a:solidFill>
          <a:ln w="28575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8779918" name=""/>
          <p:cNvSpPr/>
          <p:nvPr/>
        </p:nvSpPr>
        <p:spPr bwMode="auto">
          <a:xfrm rot="0" flipH="0" flipV="0">
            <a:off x="-16076250" y="-409574"/>
            <a:ext cx="15125699" cy="7677149"/>
          </a:xfrm>
          <a:prstGeom prst="homePlate">
            <a:avLst>
              <a:gd name="adj" fmla="val 379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31633140" name=""/>
          <p:cNvSpPr txBox="1"/>
          <p:nvPr/>
        </p:nvSpPr>
        <p:spPr bwMode="auto">
          <a:xfrm rot="0" flipH="0" flipV="0">
            <a:off x="336611" y="361949"/>
            <a:ext cx="842009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8940911" name=""/>
          <p:cNvSpPr txBox="1"/>
          <p:nvPr/>
        </p:nvSpPr>
        <p:spPr bwMode="auto">
          <a:xfrm rot="0" flipH="0" flipV="0">
            <a:off x="618221" y="1242419"/>
            <a:ext cx="7860119" cy="2347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>
                <a:solidFill>
                  <a:schemeClr val="bg1"/>
                </a:solidFill>
                <a:latin typeface="Corbel"/>
                <a:ea typeface="Corbel"/>
                <a:cs typeface="Corbel"/>
              </a:rPr>
              <a:t>Keamanan Data &amp; Informasi Pada</a:t>
            </a:r>
            <a:br>
              <a:rPr sz="2800">
                <a:solidFill>
                  <a:schemeClr val="bg1"/>
                </a:solidFill>
                <a:latin typeface="Corbel"/>
                <a:ea typeface="Corbel"/>
                <a:cs typeface="Corbel"/>
              </a:rPr>
            </a:br>
            <a:r>
              <a:rPr sz="12000" b="1">
                <a:gradFill>
                  <a:gsLst>
                    <a:gs pos="0">
                      <a:srgbClr val="00FFFF"/>
                    </a:gs>
                    <a:gs pos="100000">
                      <a:srgbClr val="201DED"/>
                    </a:gs>
                  </a:gsLst>
                  <a:lin ang="0" scaled="1"/>
                </a:gradFill>
                <a:latin typeface="Corbel"/>
                <a:ea typeface="Corbel"/>
                <a:cs typeface="Corbel"/>
              </a:rPr>
              <a:t>WEBSITE</a:t>
            </a:r>
            <a:endParaRPr sz="2800">
              <a:solidFill>
                <a:schemeClr val="bg1"/>
              </a:solidFill>
              <a:latin typeface="Corbel"/>
              <a:cs typeface="Corbel"/>
            </a:endParaRPr>
          </a:p>
        </p:txBody>
      </p:sp>
      <p:sp>
        <p:nvSpPr>
          <p:cNvPr id="282940874" name=""/>
          <p:cNvSpPr txBox="1"/>
          <p:nvPr/>
        </p:nvSpPr>
        <p:spPr bwMode="auto">
          <a:xfrm rot="0" flipH="0" flipV="0">
            <a:off x="618221" y="4127628"/>
            <a:ext cx="9451271" cy="20196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sz="2200" b="0">
                <a:solidFill>
                  <a:schemeClr val="bg1"/>
                </a:solidFill>
                <a:latin typeface="Corbel"/>
                <a:ea typeface="Corbel"/>
                <a:cs typeface="Corbel"/>
              </a:rPr>
              <a:t>Muhammad Rafly Fattaya</a:t>
            </a:r>
            <a:r>
              <a:rPr sz="2200" b="0">
                <a:solidFill>
                  <a:schemeClr val="bg1"/>
                </a:solidFill>
                <a:latin typeface="Corbel"/>
                <a:ea typeface="Corbel"/>
                <a:cs typeface="Corbel"/>
              </a:rPr>
              <a:t> (310124023697)</a:t>
            </a:r>
            <a:endParaRPr sz="2200" b="0">
              <a:solidFill>
                <a:schemeClr val="bg1"/>
              </a:solidFill>
              <a:latin typeface="Corbel"/>
              <a:cs typeface="Corbel"/>
            </a:endParaRPr>
          </a:p>
          <a:p>
            <a:pPr algn="l">
              <a:lnSpc>
                <a:spcPct val="114999"/>
              </a:lnSpc>
              <a:defRPr/>
            </a:pPr>
            <a:r>
              <a:rPr sz="2200" b="0">
                <a:solidFill>
                  <a:schemeClr val="bg1"/>
                </a:solidFill>
                <a:latin typeface="Corbel"/>
                <a:ea typeface="Corbel"/>
                <a:cs typeface="Corbel"/>
              </a:rPr>
              <a:t>Jonathan Andrew Wijaya (310124023844)</a:t>
            </a:r>
            <a:endParaRPr sz="2200" b="0">
              <a:solidFill>
                <a:schemeClr val="bg1"/>
              </a:solidFill>
              <a:latin typeface="Corbel"/>
              <a:cs typeface="Corbel"/>
            </a:endParaRPr>
          </a:p>
          <a:p>
            <a:pPr algn="l">
              <a:lnSpc>
                <a:spcPct val="114999"/>
              </a:lnSpc>
              <a:defRPr/>
            </a:pPr>
            <a:r>
              <a:rPr sz="2200" b="0">
                <a:solidFill>
                  <a:schemeClr val="bg1"/>
                </a:solidFill>
                <a:latin typeface="Corbel"/>
                <a:ea typeface="Corbel"/>
                <a:cs typeface="Corbel"/>
              </a:rPr>
              <a:t>Nazril Anbiya Rasyada (310124023851)</a:t>
            </a:r>
            <a:endParaRPr sz="2200" b="0">
              <a:solidFill>
                <a:schemeClr val="bg1"/>
              </a:solidFill>
              <a:latin typeface="Corbel"/>
              <a:cs typeface="Corbel"/>
            </a:endParaRPr>
          </a:p>
          <a:p>
            <a:pPr algn="l">
              <a:lnSpc>
                <a:spcPct val="114999"/>
              </a:lnSpc>
              <a:defRPr/>
            </a:pPr>
            <a:r>
              <a:rPr sz="2200" b="0">
                <a:solidFill>
                  <a:schemeClr val="bg1"/>
                </a:solidFill>
                <a:latin typeface="Corbel"/>
                <a:ea typeface="Corbel"/>
                <a:cs typeface="Corbel"/>
              </a:rPr>
              <a:t>Muhammad Iqbal Fahrezi (310124023855)</a:t>
            </a:r>
            <a:endParaRPr sz="2200" b="0">
              <a:solidFill>
                <a:schemeClr val="bg1"/>
              </a:solidFill>
              <a:latin typeface="Corbel"/>
              <a:cs typeface="Corbel"/>
            </a:endParaRPr>
          </a:p>
          <a:p>
            <a:pPr algn="l">
              <a:lnSpc>
                <a:spcPct val="114999"/>
              </a:lnSpc>
              <a:defRPr/>
            </a:pPr>
            <a:r>
              <a:rPr sz="2200" b="0">
                <a:solidFill>
                  <a:schemeClr val="bg1"/>
                </a:solidFill>
                <a:latin typeface="Corbel"/>
                <a:ea typeface="Corbel"/>
                <a:cs typeface="Corbel"/>
              </a:rPr>
              <a:t>Valentinus Bolly Wuran Tedez (310124023876)</a:t>
            </a:r>
            <a:endParaRPr sz="2200" b="0">
              <a:solidFill>
                <a:schemeClr val="bg1"/>
              </a:solidFill>
              <a:latin typeface="Corbel"/>
              <a:cs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582900" name=""/>
          <p:cNvSpPr/>
          <p:nvPr/>
        </p:nvSpPr>
        <p:spPr bwMode="auto">
          <a:xfrm flipH="0" flipV="0">
            <a:off x="106120" y="1488499"/>
            <a:ext cx="172658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/>
          </a:p>
        </p:txBody>
      </p:sp>
      <p:pic>
        <p:nvPicPr>
          <p:cNvPr id="98125548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1" flipV="0">
            <a:off x="-17100" y="-89998"/>
            <a:ext cx="12293288" cy="7005148"/>
          </a:xfrm>
          <a:prstGeom prst="rect">
            <a:avLst/>
          </a:prstGeom>
        </p:spPr>
      </p:pic>
      <p:sp>
        <p:nvSpPr>
          <p:cNvPr id="1180263778" name=""/>
          <p:cNvSpPr/>
          <p:nvPr/>
        </p:nvSpPr>
        <p:spPr bwMode="auto">
          <a:xfrm rot="0" flipH="0" flipV="0">
            <a:off x="3907199" y="-299548"/>
            <a:ext cx="11201400" cy="7424248"/>
          </a:xfrm>
          <a:prstGeom prst="homePlate">
            <a:avLst>
              <a:gd name="adj" fmla="val 39370"/>
            </a:avLst>
          </a:prstGeom>
          <a:solidFill>
            <a:srgbClr val="000000">
              <a:alpha val="80000"/>
            </a:srgbClr>
          </a:solidFill>
          <a:ln w="28575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06402784" name=""/>
          <p:cNvSpPr txBox="1"/>
          <p:nvPr/>
        </p:nvSpPr>
        <p:spPr bwMode="auto">
          <a:xfrm rot="0" flipH="0" flipV="0">
            <a:off x="336611" y="361949"/>
            <a:ext cx="842009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605869740" name=""/>
          <p:cNvSpPr txBox="1"/>
          <p:nvPr/>
        </p:nvSpPr>
        <p:spPr bwMode="auto">
          <a:xfrm rot="0" flipH="0" flipV="0">
            <a:off x="4885422" y="1242419"/>
            <a:ext cx="7860119" cy="2347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>
                <a:solidFill>
                  <a:schemeClr val="bg1"/>
                </a:solidFill>
                <a:latin typeface="Corbel"/>
                <a:ea typeface="Corbel"/>
                <a:cs typeface="Corbel"/>
              </a:rPr>
              <a:t>Keamanan Data &amp; Informasi Pada</a:t>
            </a:r>
            <a:br>
              <a:rPr sz="2800">
                <a:solidFill>
                  <a:schemeClr val="bg1"/>
                </a:solidFill>
                <a:latin typeface="Corbel"/>
                <a:ea typeface="Corbel"/>
                <a:cs typeface="Corbel"/>
              </a:rPr>
            </a:br>
            <a:r>
              <a:rPr sz="12000" b="1">
                <a:gradFill>
                  <a:gsLst>
                    <a:gs pos="0">
                      <a:srgbClr val="00FFFF"/>
                    </a:gs>
                    <a:gs pos="100000">
                      <a:srgbClr val="201DED"/>
                    </a:gs>
                  </a:gsLst>
                  <a:lin ang="0" scaled="1"/>
                </a:gradFill>
                <a:latin typeface="Corbel"/>
                <a:ea typeface="Corbel"/>
                <a:cs typeface="Corbel"/>
              </a:rPr>
              <a:t>WEBSITE</a:t>
            </a:r>
            <a:endParaRPr sz="2800">
              <a:solidFill>
                <a:schemeClr val="bg1"/>
              </a:solidFill>
              <a:latin typeface="Corbel"/>
              <a:cs typeface="Corbel"/>
            </a:endParaRPr>
          </a:p>
        </p:txBody>
      </p:sp>
      <p:sp>
        <p:nvSpPr>
          <p:cNvPr id="256059537" name=""/>
          <p:cNvSpPr txBox="1"/>
          <p:nvPr/>
        </p:nvSpPr>
        <p:spPr bwMode="auto">
          <a:xfrm rot="0" flipH="0" flipV="0">
            <a:off x="4885422" y="4127628"/>
            <a:ext cx="9451271" cy="20196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sz="2200" b="0">
                <a:solidFill>
                  <a:schemeClr val="bg1"/>
                </a:solidFill>
                <a:latin typeface="Corbel"/>
                <a:ea typeface="Corbel"/>
                <a:cs typeface="Corbel"/>
              </a:rPr>
              <a:t>Muhammad Rafly Fattaya</a:t>
            </a:r>
            <a:r>
              <a:rPr sz="2200" b="0">
                <a:solidFill>
                  <a:schemeClr val="bg1"/>
                </a:solidFill>
                <a:latin typeface="Corbel"/>
                <a:ea typeface="Corbel"/>
                <a:cs typeface="Corbel"/>
              </a:rPr>
              <a:t> (310124023697)</a:t>
            </a:r>
            <a:endParaRPr sz="2200" b="0">
              <a:solidFill>
                <a:schemeClr val="bg1"/>
              </a:solidFill>
              <a:latin typeface="Corbel"/>
              <a:cs typeface="Corbel"/>
            </a:endParaRPr>
          </a:p>
          <a:p>
            <a:pPr algn="l">
              <a:lnSpc>
                <a:spcPct val="114999"/>
              </a:lnSpc>
              <a:defRPr/>
            </a:pPr>
            <a:r>
              <a:rPr sz="2200" b="0">
                <a:solidFill>
                  <a:schemeClr val="bg1"/>
                </a:solidFill>
                <a:latin typeface="Corbel"/>
                <a:ea typeface="Corbel"/>
                <a:cs typeface="Corbel"/>
              </a:rPr>
              <a:t>Jonathan Andrew Wijaya (310124023844)</a:t>
            </a:r>
            <a:endParaRPr sz="2200" b="0">
              <a:solidFill>
                <a:schemeClr val="bg1"/>
              </a:solidFill>
              <a:latin typeface="Corbel"/>
              <a:cs typeface="Corbel"/>
            </a:endParaRPr>
          </a:p>
          <a:p>
            <a:pPr algn="l">
              <a:lnSpc>
                <a:spcPct val="114999"/>
              </a:lnSpc>
              <a:defRPr/>
            </a:pPr>
            <a:r>
              <a:rPr sz="2200" b="0">
                <a:solidFill>
                  <a:schemeClr val="bg1"/>
                </a:solidFill>
                <a:latin typeface="Corbel"/>
                <a:ea typeface="Corbel"/>
                <a:cs typeface="Corbel"/>
              </a:rPr>
              <a:t>Nazril Anbiya Rasyada (310124023851)</a:t>
            </a:r>
            <a:endParaRPr sz="2200" b="0">
              <a:solidFill>
                <a:schemeClr val="bg1"/>
              </a:solidFill>
              <a:latin typeface="Corbel"/>
              <a:cs typeface="Corbel"/>
            </a:endParaRPr>
          </a:p>
          <a:p>
            <a:pPr algn="l">
              <a:lnSpc>
                <a:spcPct val="114999"/>
              </a:lnSpc>
              <a:defRPr/>
            </a:pPr>
            <a:r>
              <a:rPr sz="2200" b="0">
                <a:solidFill>
                  <a:schemeClr val="bg1"/>
                </a:solidFill>
                <a:latin typeface="Corbel"/>
                <a:ea typeface="Corbel"/>
                <a:cs typeface="Corbel"/>
              </a:rPr>
              <a:t>Muhammad Iqbal Fahrezi (310124023855)</a:t>
            </a:r>
            <a:endParaRPr sz="2200" b="0">
              <a:solidFill>
                <a:schemeClr val="bg1"/>
              </a:solidFill>
              <a:latin typeface="Corbel"/>
              <a:cs typeface="Corbel"/>
            </a:endParaRPr>
          </a:p>
          <a:p>
            <a:pPr algn="l">
              <a:lnSpc>
                <a:spcPct val="114999"/>
              </a:lnSpc>
              <a:defRPr/>
            </a:pPr>
            <a:r>
              <a:rPr sz="2200" b="0">
                <a:solidFill>
                  <a:schemeClr val="bg1"/>
                </a:solidFill>
                <a:latin typeface="Corbel"/>
                <a:ea typeface="Corbel"/>
                <a:cs typeface="Corbel"/>
              </a:rPr>
              <a:t>Valentinus Bolly Wuran Tedez (310124023876)</a:t>
            </a:r>
            <a:endParaRPr sz="2200" b="0">
              <a:solidFill>
                <a:schemeClr val="bg1"/>
              </a:solidFill>
              <a:latin typeface="Corbel"/>
              <a:cs typeface="Corbel"/>
            </a:endParaRPr>
          </a:p>
        </p:txBody>
      </p:sp>
      <p:sp>
        <p:nvSpPr>
          <p:cNvPr id="63231784" name=""/>
          <p:cNvSpPr/>
          <p:nvPr/>
        </p:nvSpPr>
        <p:spPr bwMode="auto">
          <a:xfrm rot="0" flipH="0" flipV="0">
            <a:off x="-17100" y="-425999"/>
            <a:ext cx="15125699" cy="7677149"/>
          </a:xfrm>
          <a:prstGeom prst="homePlate">
            <a:avLst>
              <a:gd name="adj" fmla="val 379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 advClick="1">
        <p159:morph option="byObject"/>
      </p:transition>
    </mc:Choice>
    <mc:Fallback>
      <p:transition spd="slow" advClick="1">
        <p:fade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2026-04-15T03:20:39Z</dcterms:modified>
</cp:coreProperties>
</file>
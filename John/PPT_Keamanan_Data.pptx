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057629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296409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9248638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0895995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132855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0339085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8867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4540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59786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9041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3887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54392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BA6ACB-3E33-26F6-A403-98F136AD5B1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8789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751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532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39D5EF-2069-A470-28AA-B70803322AC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4945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3146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9658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ED4EA8-CDAC-D53C-F10F-1AE6B5111CF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1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207761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50206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E7097A-5D08-F5CE-2247-0D17B0AF4C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043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36385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9934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B068C6-D034-77F0-FCE9-043222456E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07667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5365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0365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29B7F6-FA80-661A-DB3F-46AC03E35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7583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6102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58050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ABB1DB-E701-DC36-77EF-7664D5FE73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1209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25631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15560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0E0A74-FE12-8F78-B2BB-D20785F218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1531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7253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1023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44B117-346C-82ED-8C50-8301F39D88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763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1524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17819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5E6FC8-B6B2-F2DA-B265-9B07F1DC2F1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639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1036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0962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95A7EF-A7CA-014C-CD27-DDD2BC3F20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404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51900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1339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44255C-9AE0-006D-B380-F655DC648F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761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53098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4041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38265B-3B52-744A-5E9D-CB883805AA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23718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825553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134974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32872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5551673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77807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3956490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824960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016951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02312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3758913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92940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64222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13632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173866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5523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0019567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6180362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1539400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183510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7811104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05660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55357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5681380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2228027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3603416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4333393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049912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251164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1849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2463746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456082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476601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218467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404677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4384671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40641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84586860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5691780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573692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8931532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47049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84863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59535649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71313969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592404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0524801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378382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2526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558903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394234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520798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51549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30021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692157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292796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87689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76956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91771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0613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1695516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4842259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4434700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58808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pic>
        <p:nvPicPr>
          <p:cNvPr id="3056619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-100443" y="-66185"/>
            <a:ext cx="12293287" cy="6928947"/>
          </a:xfrm>
          <a:prstGeom prst="rect">
            <a:avLst/>
          </a:prstGeom>
        </p:spPr>
      </p:pic>
      <p:sp>
        <p:nvSpPr>
          <p:cNvPr id="1971394027" name=""/>
          <p:cNvSpPr/>
          <p:nvPr/>
        </p:nvSpPr>
        <p:spPr bwMode="auto">
          <a:xfrm rot="0" flipH="0" flipV="0">
            <a:off x="-360000" y="-89997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135237242" name=""/>
          <p:cNvSpPr txBox="1"/>
          <p:nvPr/>
        </p:nvSpPr>
        <p:spPr bwMode="auto">
          <a:xfrm rot="0" flipH="0" flipV="0">
            <a:off x="618220" y="1242418"/>
            <a:ext cx="7861918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7858894" name=""/>
          <p:cNvSpPr txBox="1"/>
          <p:nvPr/>
        </p:nvSpPr>
        <p:spPr bwMode="auto">
          <a:xfrm rot="0" flipH="0" flipV="0">
            <a:off x="618220" y="4127627"/>
            <a:ext cx="945163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63764502" name=""/>
          <p:cNvSpPr/>
          <p:nvPr/>
        </p:nvSpPr>
        <p:spPr bwMode="auto">
          <a:xfrm rot="0" flipH="0" flipV="0">
            <a:off x="-18704970" y="15873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949426773" name=""/>
          <p:cNvSpPr txBox="1"/>
          <p:nvPr/>
        </p:nvSpPr>
        <p:spPr bwMode="auto">
          <a:xfrm rot="0" flipH="0" flipV="0">
            <a:off x="-19853392" y="601978"/>
            <a:ext cx="920266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211497331" name=""/>
          <p:cNvSpPr txBox="1"/>
          <p:nvPr/>
        </p:nvSpPr>
        <p:spPr bwMode="auto">
          <a:xfrm rot="0" flipH="0" flipV="0">
            <a:off x="-19439061" y="1757448"/>
            <a:ext cx="8513318" cy="23701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818352447" name=""/>
          <p:cNvSpPr txBox="1"/>
          <p:nvPr/>
        </p:nvSpPr>
        <p:spPr bwMode="auto">
          <a:xfrm rot="0" flipH="0" flipV="0">
            <a:off x="-19439061" y="4387979"/>
            <a:ext cx="8514038" cy="19144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516576552" name=""/>
          <p:cNvSpPr/>
          <p:nvPr/>
        </p:nvSpPr>
        <p:spPr bwMode="auto">
          <a:xfrm rot="0" flipH="0" flipV="0">
            <a:off x="-26186176" y="15874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4652078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29162561" y="2169641"/>
            <a:ext cx="2518713" cy="25187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735400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2102212" y="-66185"/>
            <a:ext cx="12293287" cy="6928947"/>
          </a:xfrm>
          <a:prstGeom prst="rect">
            <a:avLst/>
          </a:prstGeom>
        </p:spPr>
      </p:pic>
      <p:sp>
        <p:nvSpPr>
          <p:cNvPr id="1099984500" name=""/>
          <p:cNvSpPr/>
          <p:nvPr/>
        </p:nvSpPr>
        <p:spPr bwMode="auto">
          <a:xfrm rot="0" flipH="0" flipV="0">
            <a:off x="5932038" y="-89996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754022335" name=""/>
          <p:cNvSpPr txBox="1"/>
          <p:nvPr/>
        </p:nvSpPr>
        <p:spPr bwMode="auto">
          <a:xfrm rot="0" flipH="0" flipV="0">
            <a:off x="6910260" y="1242418"/>
            <a:ext cx="7862277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846856162" name=""/>
          <p:cNvSpPr txBox="1"/>
          <p:nvPr/>
        </p:nvSpPr>
        <p:spPr bwMode="auto">
          <a:xfrm rot="0" flipH="0" flipV="0">
            <a:off x="6910260" y="4127627"/>
            <a:ext cx="945199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22943938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152672175" name=""/>
          <p:cNvSpPr/>
          <p:nvPr/>
        </p:nvSpPr>
        <p:spPr bwMode="auto">
          <a:xfrm rot="0" flipH="0" flipV="0">
            <a:off x="-283798" y="-31750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314465748" name=""/>
          <p:cNvSpPr txBox="1"/>
          <p:nvPr/>
        </p:nvSpPr>
        <p:spPr bwMode="auto">
          <a:xfrm rot="0" flipH="0" flipV="0">
            <a:off x="2893829" y="601978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715091313" name=""/>
          <p:cNvSpPr txBox="1"/>
          <p:nvPr/>
        </p:nvSpPr>
        <p:spPr bwMode="auto">
          <a:xfrm rot="0" flipH="0" flipV="0">
            <a:off x="3308160" y="1757448"/>
            <a:ext cx="851367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618655319" name=""/>
          <p:cNvSpPr txBox="1"/>
          <p:nvPr/>
        </p:nvSpPr>
        <p:spPr bwMode="auto">
          <a:xfrm rot="0" flipH="0" flipV="0">
            <a:off x="3308160" y="438797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517159659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1014623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92628" y="2169642"/>
            <a:ext cx="2518714" cy="2518714"/>
          </a:xfrm>
          <a:prstGeom prst="rect">
            <a:avLst/>
          </a:prstGeom>
        </p:spPr>
      </p:pic>
      <p:sp>
        <p:nvSpPr>
          <p:cNvPr id="1473544122" name=""/>
          <p:cNvSpPr txBox="1"/>
          <p:nvPr/>
        </p:nvSpPr>
        <p:spPr bwMode="auto">
          <a:xfrm rot="0" flipH="0" flipV="0">
            <a:off x="4263655" y="7180011"/>
            <a:ext cx="753082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1835057864" name=""/>
          <p:cNvSpPr txBox="1"/>
          <p:nvPr/>
        </p:nvSpPr>
        <p:spPr bwMode="auto">
          <a:xfrm rot="0" flipH="0" flipV="0">
            <a:off x="3704061" y="9813283"/>
            <a:ext cx="812124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756366422" name=""/>
          <p:cNvSpPr txBox="1"/>
          <p:nvPr/>
        </p:nvSpPr>
        <p:spPr bwMode="auto">
          <a:xfrm rot="0" flipH="0" flipV="0">
            <a:off x="3704061" y="13563222"/>
            <a:ext cx="822240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56795770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82022" y="-3657216"/>
            <a:ext cx="2147117" cy="21471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936832" name=""/>
          <p:cNvSpPr/>
          <p:nvPr/>
        </p:nvSpPr>
        <p:spPr bwMode="auto">
          <a:xfrm rot="0" flipH="0" flipV="0">
            <a:off x="-283797" y="-31749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385857885" name=""/>
          <p:cNvSpPr/>
          <p:nvPr/>
        </p:nvSpPr>
        <p:spPr bwMode="auto">
          <a:xfrm flipH="0" flipV="0">
            <a:off x="106119" y="1488497"/>
            <a:ext cx="173016" cy="36611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849153529" name=""/>
          <p:cNvSpPr txBox="1"/>
          <p:nvPr/>
        </p:nvSpPr>
        <p:spPr bwMode="auto">
          <a:xfrm rot="0" flipH="0" flipV="0">
            <a:off x="2893828" y="601977"/>
            <a:ext cx="920230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481532200" name=""/>
          <p:cNvSpPr txBox="1"/>
          <p:nvPr/>
        </p:nvSpPr>
        <p:spPr bwMode="auto">
          <a:xfrm rot="0" flipH="0" flipV="0">
            <a:off x="3308159" y="1757448"/>
            <a:ext cx="8513678" cy="23701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573780179" name=""/>
          <p:cNvSpPr txBox="1"/>
          <p:nvPr/>
        </p:nvSpPr>
        <p:spPr bwMode="auto">
          <a:xfrm rot="0" flipH="0" flipV="0">
            <a:off x="3308159" y="4387978"/>
            <a:ext cx="8513678" cy="191450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3127330" name=""/>
          <p:cNvSpPr/>
          <p:nvPr/>
        </p:nvSpPr>
        <p:spPr bwMode="auto">
          <a:xfrm rot="0" flipH="0" flipV="0">
            <a:off x="-283797" y="-31748"/>
            <a:ext cx="3278763" cy="6877596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68010618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2627" y="2169641"/>
            <a:ext cx="2518713" cy="2518713"/>
          </a:xfrm>
          <a:prstGeom prst="rect">
            <a:avLst/>
          </a:prstGeom>
        </p:spPr>
      </p:pic>
      <p:sp>
        <p:nvSpPr>
          <p:cNvPr id="290969" name=""/>
          <p:cNvSpPr txBox="1"/>
          <p:nvPr/>
        </p:nvSpPr>
        <p:spPr bwMode="auto">
          <a:xfrm rot="0" flipH="0" flipV="0">
            <a:off x="4263654" y="7180011"/>
            <a:ext cx="7530823" cy="11890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1716926074" name=""/>
          <p:cNvSpPr txBox="1"/>
          <p:nvPr/>
        </p:nvSpPr>
        <p:spPr bwMode="auto">
          <a:xfrm rot="0" flipH="0" flipV="0">
            <a:off x="3704060" y="9813282"/>
            <a:ext cx="812124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149264214" name=""/>
          <p:cNvSpPr txBox="1"/>
          <p:nvPr/>
        </p:nvSpPr>
        <p:spPr bwMode="auto">
          <a:xfrm rot="0" flipH="0" flipV="0">
            <a:off x="3704060" y="13563221"/>
            <a:ext cx="8222403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81713825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82021" y="-3657215"/>
            <a:ext cx="2147116" cy="21471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889825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242643683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963422991" name=""/>
          <p:cNvSpPr txBox="1"/>
          <p:nvPr/>
        </p:nvSpPr>
        <p:spPr bwMode="auto">
          <a:xfrm rot="0" flipH="0" flipV="0">
            <a:off x="2893829" y="-11018520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611155760" name=""/>
          <p:cNvSpPr txBox="1"/>
          <p:nvPr/>
        </p:nvSpPr>
        <p:spPr bwMode="auto">
          <a:xfrm rot="0" flipH="0" flipV="0">
            <a:off x="3308160" y="-7402426"/>
            <a:ext cx="851295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426212645" name=""/>
          <p:cNvSpPr txBox="1"/>
          <p:nvPr/>
        </p:nvSpPr>
        <p:spPr bwMode="auto">
          <a:xfrm rot="0" flipH="0" flipV="0">
            <a:off x="3308160" y="-297801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572494155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72097913" name=""/>
          <p:cNvSpPr txBox="1"/>
          <p:nvPr/>
        </p:nvSpPr>
        <p:spPr bwMode="auto">
          <a:xfrm rot="0" flipH="0" flipV="0">
            <a:off x="4263656" y="214855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512415596" name=""/>
          <p:cNvSpPr txBox="1"/>
          <p:nvPr/>
        </p:nvSpPr>
        <p:spPr bwMode="auto">
          <a:xfrm rot="0" flipH="0" flipV="0">
            <a:off x="3704062" y="1657501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22209219" name=""/>
          <p:cNvSpPr txBox="1"/>
          <p:nvPr/>
        </p:nvSpPr>
        <p:spPr bwMode="auto">
          <a:xfrm rot="0" flipH="0" flipV="0">
            <a:off x="3704062" y="3978504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81396000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2355440"/>
            <a:ext cx="2147117" cy="2147117"/>
          </a:xfrm>
          <a:prstGeom prst="rect">
            <a:avLst/>
          </a:prstGeom>
        </p:spPr>
      </p:pic>
      <p:sp>
        <p:nvSpPr>
          <p:cNvPr id="254628943" name=""/>
          <p:cNvSpPr txBox="1"/>
          <p:nvPr/>
        </p:nvSpPr>
        <p:spPr bwMode="auto">
          <a:xfrm rot="0" flipH="0" flipV="0">
            <a:off x="3802903" y="7634027"/>
            <a:ext cx="8123923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06362236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0" y="-3599626"/>
            <a:ext cx="2183301" cy="2183301"/>
          </a:xfrm>
          <a:prstGeom prst="rect">
            <a:avLst/>
          </a:prstGeom>
        </p:spPr>
      </p:pic>
      <p:pic>
        <p:nvPicPr>
          <p:cNvPr id="134457356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8" y="13716478"/>
            <a:ext cx="826872" cy="789881"/>
          </a:xfrm>
          <a:prstGeom prst="rect">
            <a:avLst/>
          </a:prstGeom>
        </p:spPr>
      </p:pic>
      <p:pic>
        <p:nvPicPr>
          <p:cNvPr id="1881324497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0" y="17529300"/>
            <a:ext cx="941857" cy="941857"/>
          </a:xfrm>
          <a:prstGeom prst="rect">
            <a:avLst/>
          </a:prstGeom>
        </p:spPr>
      </p:pic>
      <p:pic>
        <p:nvPicPr>
          <p:cNvPr id="648883665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8" y="23303849"/>
            <a:ext cx="836973" cy="836973"/>
          </a:xfrm>
          <a:prstGeom prst="rect">
            <a:avLst/>
          </a:prstGeom>
        </p:spPr>
      </p:pic>
      <p:pic>
        <p:nvPicPr>
          <p:cNvPr id="356419204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8" y="30783264"/>
            <a:ext cx="843876" cy="843876"/>
          </a:xfrm>
          <a:prstGeom prst="rect">
            <a:avLst/>
          </a:prstGeom>
        </p:spPr>
      </p:pic>
      <p:pic>
        <p:nvPicPr>
          <p:cNvPr id="1203516040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371166" y="10505858"/>
            <a:ext cx="904451" cy="789562"/>
          </a:xfrm>
          <a:prstGeom prst="rect">
            <a:avLst/>
          </a:prstGeom>
        </p:spPr>
      </p:pic>
      <p:pic>
        <p:nvPicPr>
          <p:cNvPr id="910746789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192627" y="9313391"/>
            <a:ext cx="2518713" cy="25187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6561808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358599042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231551014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70476359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2134472836" name=""/>
          <p:cNvSpPr txBox="1"/>
          <p:nvPr/>
        </p:nvSpPr>
        <p:spPr bwMode="auto">
          <a:xfrm rot="0" flipH="0" flipV="0">
            <a:off x="3704062" y="-7200747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79348254" name=""/>
          <p:cNvSpPr txBox="1"/>
          <p:nvPr/>
        </p:nvSpPr>
        <p:spPr bwMode="auto">
          <a:xfrm rot="0" flipH="0" flipV="0">
            <a:off x="3704062" y="-3260495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83115894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152797005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1099800046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66551247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210097402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111335469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94987001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113097503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 advTm="0">
        <p159:morph option="byObject"/>
      </p:transition>
    </mc:Choice>
    <mc:Fallback>
      <p:transition spd="slow" advClick="1" advTm="0">
        <p:fade/>
      </p:transition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2026006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908832290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480962674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79136070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1204157693" name=""/>
          <p:cNvSpPr txBox="1"/>
          <p:nvPr/>
        </p:nvSpPr>
        <p:spPr bwMode="auto">
          <a:xfrm rot="0" flipH="0" flipV="0">
            <a:off x="3704062" y="-7200747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157596262" name=""/>
          <p:cNvSpPr txBox="1"/>
          <p:nvPr/>
        </p:nvSpPr>
        <p:spPr bwMode="auto">
          <a:xfrm rot="0" flipH="0" flipV="0">
            <a:off x="3704062" y="-3260495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15200733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180938552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207717576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8060865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135392687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193760188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502500625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755901529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1180345911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80877872" name=""/>
          <p:cNvSpPr txBox="1"/>
          <p:nvPr/>
        </p:nvSpPr>
        <p:spPr bwMode="auto">
          <a:xfrm rot="0" flipH="0" flipV="0">
            <a:off x="4505555" y="2727133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271975505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824257476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323376336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345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803459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0877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780877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1975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719755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4257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18242574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376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323376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3447816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956263967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7954588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1654289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696706924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30668128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37767578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262156948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127452336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67760005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1336850963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340557229" name=""/>
          <p:cNvSpPr txBox="1"/>
          <p:nvPr/>
        </p:nvSpPr>
        <p:spPr bwMode="auto">
          <a:xfrm rot="0" flipH="0" flipV="0">
            <a:off x="4505555" y="2727133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764638048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846885937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649214697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854907280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3" y="-4049485"/>
            <a:ext cx="2358154" cy="1907721"/>
          </a:xfrm>
          <a:prstGeom prst="rect">
            <a:avLst/>
          </a:prstGeom>
        </p:spPr>
      </p:pic>
      <p:sp>
        <p:nvSpPr>
          <p:cNvPr id="1924761340" name=""/>
          <p:cNvSpPr txBox="1"/>
          <p:nvPr/>
        </p:nvSpPr>
        <p:spPr bwMode="auto">
          <a:xfrm rot="0" flipH="0" flipV="0">
            <a:off x="444823" y="-8824986"/>
            <a:ext cx="182187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858625494" name=""/>
          <p:cNvSpPr txBox="1"/>
          <p:nvPr/>
        </p:nvSpPr>
        <p:spPr bwMode="auto">
          <a:xfrm rot="0" flipH="0" flipV="0">
            <a:off x="3371166" y="8142094"/>
            <a:ext cx="82371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470791122" name=""/>
          <p:cNvSpPr txBox="1"/>
          <p:nvPr/>
        </p:nvSpPr>
        <p:spPr bwMode="auto">
          <a:xfrm rot="0" flipH="0" flipV="0">
            <a:off x="3450540" y="12458340"/>
            <a:ext cx="80102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047979840" name=""/>
          <p:cNvSpPr txBox="1"/>
          <p:nvPr/>
        </p:nvSpPr>
        <p:spPr bwMode="auto">
          <a:xfrm rot="0" flipH="0" flipV="0">
            <a:off x="3450540" y="19096840"/>
            <a:ext cx="801749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905976481" name=""/>
          <p:cNvSpPr txBox="1"/>
          <p:nvPr/>
        </p:nvSpPr>
        <p:spPr bwMode="auto">
          <a:xfrm rot="0" flipH="0" flipV="0">
            <a:off x="3460737" y="19517012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73307702" name=""/>
          <p:cNvSpPr/>
          <p:nvPr/>
        </p:nvSpPr>
        <p:spPr bwMode="auto">
          <a:xfrm rot="0" flipH="0" flipV="0">
            <a:off x="5514773" y="19561824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265175933" name=""/>
          <p:cNvSpPr txBox="1"/>
          <p:nvPr/>
        </p:nvSpPr>
        <p:spPr bwMode="auto">
          <a:xfrm rot="0" flipH="0" flipV="0">
            <a:off x="3460737" y="25516657"/>
            <a:ext cx="80189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44358969" name=""/>
          <p:cNvSpPr txBox="1"/>
          <p:nvPr/>
        </p:nvSpPr>
        <p:spPr bwMode="auto">
          <a:xfrm rot="0" flipH="0" flipV="0">
            <a:off x="3490228" y="26021452"/>
            <a:ext cx="792580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1307065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454399382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2003160912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81303860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sp>
        <p:nvSpPr>
          <p:cNvPr id="874982362" name=""/>
          <p:cNvSpPr txBox="1"/>
          <p:nvPr/>
        </p:nvSpPr>
        <p:spPr bwMode="auto">
          <a:xfrm rot="0" flipH="0" flipV="0">
            <a:off x="3802903" y="-26370220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83566685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-20283703"/>
            <a:ext cx="904453" cy="789563"/>
          </a:xfrm>
          <a:prstGeom prst="rect">
            <a:avLst/>
          </a:prstGeom>
        </p:spPr>
      </p:pic>
      <p:pic>
        <p:nvPicPr>
          <p:cNvPr id="130125934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-14239395"/>
            <a:ext cx="826873" cy="789881"/>
          </a:xfrm>
          <a:prstGeom prst="rect">
            <a:avLst/>
          </a:prstGeom>
        </p:spPr>
      </p:pic>
      <p:pic>
        <p:nvPicPr>
          <p:cNvPr id="1957978703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-9093072"/>
            <a:ext cx="941857" cy="941857"/>
          </a:xfrm>
          <a:prstGeom prst="rect">
            <a:avLst/>
          </a:prstGeom>
        </p:spPr>
      </p:pic>
      <p:pic>
        <p:nvPicPr>
          <p:cNvPr id="58134955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-5033024"/>
            <a:ext cx="836974" cy="836974"/>
          </a:xfrm>
          <a:prstGeom prst="rect">
            <a:avLst/>
          </a:prstGeom>
        </p:spPr>
      </p:pic>
      <p:pic>
        <p:nvPicPr>
          <p:cNvPr id="131619072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-2125609"/>
            <a:ext cx="843876" cy="843876"/>
          </a:xfrm>
          <a:prstGeom prst="rect">
            <a:avLst/>
          </a:prstGeom>
        </p:spPr>
      </p:pic>
      <p:sp>
        <p:nvSpPr>
          <p:cNvPr id="1707147220" name=""/>
          <p:cNvSpPr txBox="1"/>
          <p:nvPr/>
        </p:nvSpPr>
        <p:spPr bwMode="auto">
          <a:xfrm rot="0" flipH="0" flipV="0">
            <a:off x="4499435" y="-20180183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912257882" name=""/>
          <p:cNvSpPr txBox="1"/>
          <p:nvPr/>
        </p:nvSpPr>
        <p:spPr bwMode="auto">
          <a:xfrm rot="0" flipH="0" flipV="0">
            <a:off x="4505555" y="-14132116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829888976" name=""/>
          <p:cNvSpPr txBox="1"/>
          <p:nvPr/>
        </p:nvSpPr>
        <p:spPr bwMode="auto">
          <a:xfrm rot="0" flipH="0" flipV="0">
            <a:off x="4499435" y="-8906745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580097638" name=""/>
          <p:cNvSpPr txBox="1"/>
          <p:nvPr/>
        </p:nvSpPr>
        <p:spPr bwMode="auto">
          <a:xfrm rot="0" flipH="0" flipV="0">
            <a:off x="4505555" y="-4836510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686305894" name=""/>
          <p:cNvSpPr txBox="1"/>
          <p:nvPr/>
        </p:nvSpPr>
        <p:spPr bwMode="auto">
          <a:xfrm rot="0" flipH="0" flipV="0">
            <a:off x="4505555" y="-1989172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2009724583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1101463105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711353320" name=""/>
          <p:cNvSpPr txBox="1"/>
          <p:nvPr/>
        </p:nvSpPr>
        <p:spPr bwMode="auto">
          <a:xfrm rot="0" flipH="0" flipV="0">
            <a:off x="3371166" y="474290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931925168" name=""/>
          <p:cNvSpPr txBox="1"/>
          <p:nvPr/>
        </p:nvSpPr>
        <p:spPr bwMode="auto">
          <a:xfrm rot="0" flipH="0" flipV="0">
            <a:off x="3450541" y="1409339"/>
            <a:ext cx="8009935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63541192" name=""/>
          <p:cNvSpPr txBox="1"/>
          <p:nvPr/>
        </p:nvSpPr>
        <p:spPr bwMode="auto">
          <a:xfrm rot="0" flipH="0" flipV="0">
            <a:off x="3450541" y="3666341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43195557" name=""/>
          <p:cNvSpPr txBox="1"/>
          <p:nvPr/>
        </p:nvSpPr>
        <p:spPr bwMode="auto">
          <a:xfrm rot="0" flipH="0" flipV="0">
            <a:off x="3460738" y="4086514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608067748" name=""/>
          <p:cNvSpPr/>
          <p:nvPr/>
        </p:nvSpPr>
        <p:spPr bwMode="auto">
          <a:xfrm rot="0" flipH="0" flipV="0">
            <a:off x="5514774" y="4131325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945598027" name=""/>
          <p:cNvSpPr txBox="1"/>
          <p:nvPr/>
        </p:nvSpPr>
        <p:spPr bwMode="auto">
          <a:xfrm rot="0" flipH="0" flipV="0">
            <a:off x="3460738" y="5133158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24279278" name=""/>
          <p:cNvSpPr txBox="1"/>
          <p:nvPr/>
        </p:nvSpPr>
        <p:spPr bwMode="auto">
          <a:xfrm rot="0" flipH="0" flipV="0">
            <a:off x="3490229" y="5637953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250479637" name=""/>
          <p:cNvSpPr txBox="1"/>
          <p:nvPr/>
        </p:nvSpPr>
        <p:spPr bwMode="auto">
          <a:xfrm rot="0" flipH="0" flipV="0">
            <a:off x="3371166" y="7714548"/>
            <a:ext cx="82393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465951354" name=""/>
          <p:cNvSpPr/>
          <p:nvPr/>
        </p:nvSpPr>
        <p:spPr bwMode="auto">
          <a:xfrm flipH="0" flipV="0">
            <a:off x="3360341" y="10229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342680990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4003024" y="14321264"/>
            <a:ext cx="1133476" cy="1133476"/>
          </a:xfrm>
          <a:prstGeom prst="rect">
            <a:avLst/>
          </a:prstGeom>
        </p:spPr>
      </p:pic>
      <p:sp>
        <p:nvSpPr>
          <p:cNvPr id="2143753540" name=""/>
          <p:cNvSpPr/>
          <p:nvPr/>
        </p:nvSpPr>
        <p:spPr bwMode="auto">
          <a:xfrm flipH="0" flipV="0">
            <a:off x="6258117" y="12658564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1671089151" name=""/>
          <p:cNvSpPr/>
          <p:nvPr/>
        </p:nvSpPr>
        <p:spPr bwMode="auto">
          <a:xfrm flipH="0" flipV="0">
            <a:off x="9155893" y="14801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1196496450" name="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 flipH="0" flipV="0">
            <a:off x="9977254" y="19044431"/>
            <a:ext cx="1005643" cy="982309"/>
          </a:xfrm>
          <a:prstGeom prst="rect">
            <a:avLst/>
          </a:prstGeom>
        </p:spPr>
      </p:pic>
      <p:pic>
        <p:nvPicPr>
          <p:cNvPr id="2002129781" name="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 flipH="0" flipV="0">
            <a:off x="6843506" y="17052474"/>
            <a:ext cx="1477585" cy="8311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007263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265184754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998719331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6045121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pic>
        <p:nvPicPr>
          <p:cNvPr id="183772680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2040923946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832691436" name=""/>
          <p:cNvSpPr txBox="1"/>
          <p:nvPr/>
        </p:nvSpPr>
        <p:spPr bwMode="auto">
          <a:xfrm rot="0" flipH="0" flipV="0">
            <a:off x="3371166" y="-11527209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968715503" name=""/>
          <p:cNvSpPr txBox="1"/>
          <p:nvPr/>
        </p:nvSpPr>
        <p:spPr bwMode="auto">
          <a:xfrm rot="0" flipH="0" flipV="0">
            <a:off x="3450541" y="-8687159"/>
            <a:ext cx="8009935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040751334" name=""/>
          <p:cNvSpPr txBox="1"/>
          <p:nvPr/>
        </p:nvSpPr>
        <p:spPr bwMode="auto">
          <a:xfrm rot="0" flipH="0" flipV="0">
            <a:off x="3450541" y="-4477533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46443467" name=""/>
          <p:cNvSpPr txBox="1"/>
          <p:nvPr/>
        </p:nvSpPr>
        <p:spPr bwMode="auto">
          <a:xfrm rot="0" flipH="0" flipV="0">
            <a:off x="3460738" y="-4057360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39751612" name=""/>
          <p:cNvSpPr/>
          <p:nvPr/>
        </p:nvSpPr>
        <p:spPr bwMode="auto">
          <a:xfrm rot="0" flipH="0" flipV="0">
            <a:off x="5514774" y="-4012548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855800139" name=""/>
          <p:cNvSpPr txBox="1"/>
          <p:nvPr/>
        </p:nvSpPr>
        <p:spPr bwMode="auto">
          <a:xfrm rot="0" flipH="0" flipV="0">
            <a:off x="3460738" y="-1439091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60855336" name=""/>
          <p:cNvSpPr txBox="1"/>
          <p:nvPr/>
        </p:nvSpPr>
        <p:spPr bwMode="auto">
          <a:xfrm rot="0" flipH="0" flipV="0">
            <a:off x="3490229" y="-934296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69507805" name=""/>
          <p:cNvSpPr txBox="1"/>
          <p:nvPr/>
        </p:nvSpPr>
        <p:spPr bwMode="auto">
          <a:xfrm rot="0" flipH="0" flipV="0">
            <a:off x="3371166" y="475369"/>
            <a:ext cx="82389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66405097" name=""/>
          <p:cNvSpPr/>
          <p:nvPr/>
        </p:nvSpPr>
        <p:spPr bwMode="auto">
          <a:xfrm flipH="0" flipV="0">
            <a:off x="3360342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53255856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003025" y="5415390"/>
            <a:ext cx="1133477" cy="1133477"/>
          </a:xfrm>
          <a:prstGeom prst="rect">
            <a:avLst/>
          </a:prstGeom>
        </p:spPr>
      </p:pic>
      <p:sp>
        <p:nvSpPr>
          <p:cNvPr id="905348750" name=""/>
          <p:cNvSpPr/>
          <p:nvPr/>
        </p:nvSpPr>
        <p:spPr bwMode="auto">
          <a:xfrm flipH="0" flipV="0">
            <a:off x="6258118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1765509152" name=""/>
          <p:cNvSpPr/>
          <p:nvPr/>
        </p:nvSpPr>
        <p:spPr bwMode="auto">
          <a:xfrm flipH="0" flipV="0">
            <a:off x="9155894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27297006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977254" y="5566557"/>
            <a:ext cx="1005644" cy="982309"/>
          </a:xfrm>
          <a:prstGeom prst="rect">
            <a:avLst/>
          </a:prstGeom>
        </p:spPr>
      </p:pic>
      <p:pic>
        <p:nvPicPr>
          <p:cNvPr id="1740772399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843507" y="5717725"/>
            <a:ext cx="1477586" cy="831142"/>
          </a:xfrm>
          <a:prstGeom prst="rect">
            <a:avLst/>
          </a:prstGeom>
        </p:spPr>
      </p:pic>
      <p:sp>
        <p:nvSpPr>
          <p:cNvPr id="590270584" name=""/>
          <p:cNvSpPr txBox="1"/>
          <p:nvPr/>
        </p:nvSpPr>
        <p:spPr bwMode="auto">
          <a:xfrm rot="0" flipH="0" flipV="0">
            <a:off x="3371166" y="7418970"/>
            <a:ext cx="824688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33365376" name=""/>
          <p:cNvSpPr txBox="1"/>
          <p:nvPr/>
        </p:nvSpPr>
        <p:spPr bwMode="auto">
          <a:xfrm rot="0" flipH="0" flipV="0">
            <a:off x="3648105" y="13218638"/>
            <a:ext cx="75471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Yang Critical Pada Whatsapp Web Yang Mampu Menyebabkan Serangan XSS Terus Menurus Melalui Open Redirect.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78812967" name=""/>
          <p:cNvSpPr txBox="1"/>
          <p:nvPr/>
        </p:nvSpPr>
        <p:spPr bwMode="auto">
          <a:xfrm rot="0" flipH="0" flipV="0">
            <a:off x="3711848" y="10123075"/>
            <a:ext cx="7562994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440A0"/>
                    </a:gs>
                    <a:gs pos="100000">
                      <a:srgbClr val="6F8EFA"/>
                    </a:gs>
                  </a:gsLst>
                  <a:lin ang="8100000" scaled="1"/>
                </a:gradFill>
                <a:latin typeface="Comfortaa"/>
                <a:ea typeface="Comfortaa"/>
                <a:cs typeface="Comfortaa"/>
              </a:rPr>
              <a:t>Whatsapp Web XSS Vulnarability (2019)</a:t>
            </a:r>
            <a:endParaRPr sz="2800" b="1">
              <a:gradFill>
                <a:gsLst>
                  <a:gs pos="0">
                    <a:srgbClr val="2440A0"/>
                  </a:gs>
                  <a:gs pos="100000">
                    <a:srgbClr val="6F8EFA"/>
                  </a:gs>
                </a:gsLst>
                <a:lin ang="8100000" scaled="1"/>
              </a:gradFill>
              <a:latin typeface="Comfortaa"/>
              <a:cs typeface="Comfortaa"/>
            </a:endParaRPr>
          </a:p>
        </p:txBody>
      </p:sp>
      <p:sp>
        <p:nvSpPr>
          <p:cNvPr id="307683632" name=""/>
          <p:cNvSpPr txBox="1"/>
          <p:nvPr/>
        </p:nvSpPr>
        <p:spPr bwMode="auto">
          <a:xfrm rot="0" flipH="0" flipV="0">
            <a:off x="3648105" y="16943833"/>
            <a:ext cx="7541527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6456" name=""/>
          <p:cNvSpPr/>
          <p:nvPr/>
        </p:nvSpPr>
        <p:spPr bwMode="auto">
          <a:xfrm flipH="0" flipV="0">
            <a:off x="106119" y="1488497"/>
            <a:ext cx="173016" cy="36611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685630268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289092921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2735360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0" y="9392244"/>
            <a:ext cx="2183301" cy="2183301"/>
          </a:xfrm>
          <a:prstGeom prst="rect">
            <a:avLst/>
          </a:prstGeom>
        </p:spPr>
      </p:pic>
      <p:pic>
        <p:nvPicPr>
          <p:cNvPr id="46648194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3" y="3332387"/>
            <a:ext cx="2358154" cy="1907721"/>
          </a:xfrm>
          <a:prstGeom prst="rect">
            <a:avLst/>
          </a:prstGeom>
        </p:spPr>
      </p:pic>
      <p:sp>
        <p:nvSpPr>
          <p:cNvPr id="1764039976" name=""/>
          <p:cNvSpPr txBox="1"/>
          <p:nvPr/>
        </p:nvSpPr>
        <p:spPr bwMode="auto">
          <a:xfrm rot="0" flipH="0" flipV="0">
            <a:off x="444822" y="1271332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642930940" name=""/>
          <p:cNvSpPr txBox="1"/>
          <p:nvPr/>
        </p:nvSpPr>
        <p:spPr bwMode="auto">
          <a:xfrm rot="0" flipH="0" flipV="0">
            <a:off x="3371166" y="-12318013"/>
            <a:ext cx="8238962" cy="7227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085023479" name=""/>
          <p:cNvSpPr/>
          <p:nvPr/>
        </p:nvSpPr>
        <p:spPr bwMode="auto">
          <a:xfrm flipH="0" flipV="0">
            <a:off x="3360341" y="-9415155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920583437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003024" y="-5323580"/>
            <a:ext cx="1133476" cy="1133476"/>
          </a:xfrm>
          <a:prstGeom prst="rect">
            <a:avLst/>
          </a:prstGeom>
        </p:spPr>
      </p:pic>
      <p:sp>
        <p:nvSpPr>
          <p:cNvPr id="1923676603" name=""/>
          <p:cNvSpPr/>
          <p:nvPr/>
        </p:nvSpPr>
        <p:spPr bwMode="auto">
          <a:xfrm flipH="0" flipV="0">
            <a:off x="6258117" y="-7314052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1960939862" name=""/>
          <p:cNvSpPr/>
          <p:nvPr/>
        </p:nvSpPr>
        <p:spPr bwMode="auto">
          <a:xfrm flipH="0" flipV="0">
            <a:off x="9155893" y="-5539787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153654413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977253" y="-1297045"/>
            <a:ext cx="1005643" cy="982308"/>
          </a:xfrm>
          <a:prstGeom prst="rect">
            <a:avLst/>
          </a:prstGeom>
        </p:spPr>
      </p:pic>
      <p:pic>
        <p:nvPicPr>
          <p:cNvPr id="93747216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843506" y="-2920142"/>
            <a:ext cx="1477585" cy="831141"/>
          </a:xfrm>
          <a:prstGeom prst="rect">
            <a:avLst/>
          </a:prstGeom>
        </p:spPr>
      </p:pic>
      <p:sp>
        <p:nvSpPr>
          <p:cNvPr id="1256169854" name=""/>
          <p:cNvSpPr txBox="1"/>
          <p:nvPr/>
        </p:nvSpPr>
        <p:spPr bwMode="auto">
          <a:xfrm rot="0" flipH="0" flipV="0">
            <a:off x="3371166" y="479148"/>
            <a:ext cx="82465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030338252" name=""/>
          <p:cNvSpPr txBox="1"/>
          <p:nvPr/>
        </p:nvSpPr>
        <p:spPr bwMode="auto">
          <a:xfrm rot="0" flipH="0" flipV="0">
            <a:off x="3648105" y="2455389"/>
            <a:ext cx="75467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Yang Critical Pada Whatsapp Web Yang Mampu Menyebabkan Serangan XSS Terus Menurus Melalui Open Redirect.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12587219" name=""/>
          <p:cNvSpPr txBox="1"/>
          <p:nvPr/>
        </p:nvSpPr>
        <p:spPr bwMode="auto">
          <a:xfrm rot="0" flipH="0" flipV="0">
            <a:off x="3648105" y="4561334"/>
            <a:ext cx="7541168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501229852" name=""/>
          <p:cNvSpPr txBox="1"/>
          <p:nvPr/>
        </p:nvSpPr>
        <p:spPr bwMode="auto">
          <a:xfrm rot="0" flipH="0" flipV="0">
            <a:off x="3371166" y="7498390"/>
            <a:ext cx="825264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279205627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248023" y="9804585"/>
            <a:ext cx="1578511" cy="1383759"/>
          </a:xfrm>
          <a:prstGeom prst="rect">
            <a:avLst/>
          </a:prstGeom>
        </p:spPr>
      </p:pic>
      <p:sp>
        <p:nvSpPr>
          <p:cNvPr id="635256852" name=""/>
          <p:cNvSpPr txBox="1"/>
          <p:nvPr/>
        </p:nvSpPr>
        <p:spPr bwMode="auto">
          <a:xfrm rot="0" flipH="0" flipV="0">
            <a:off x="4945599" y="9856206"/>
            <a:ext cx="6844965" cy="12835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69425306" name=""/>
          <p:cNvSpPr txBox="1"/>
          <p:nvPr/>
        </p:nvSpPr>
        <p:spPr bwMode="auto">
          <a:xfrm rot="0" flipH="0" flipV="0">
            <a:off x="4945599" y="14777961"/>
            <a:ext cx="6860804" cy="12835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385545195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507923" y="14840038"/>
            <a:ext cx="1105416" cy="1105416"/>
          </a:xfrm>
          <a:prstGeom prst="rect">
            <a:avLst/>
          </a:prstGeom>
        </p:spPr>
      </p:pic>
      <p:sp>
        <p:nvSpPr>
          <p:cNvPr id="1294997800" name=""/>
          <p:cNvSpPr txBox="1"/>
          <p:nvPr/>
        </p:nvSpPr>
        <p:spPr bwMode="auto">
          <a:xfrm rot="0" flipH="0" flipV="0">
            <a:off x="4945599" y="21730257"/>
            <a:ext cx="6908070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447550397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3354621" y="21669105"/>
            <a:ext cx="1365315" cy="1107549"/>
          </a:xfrm>
          <a:prstGeom prst="rect">
            <a:avLst/>
          </a:prstGeom>
        </p:spPr>
      </p:pic>
      <p:sp>
        <p:nvSpPr>
          <p:cNvPr id="1106979254" name=""/>
          <p:cNvSpPr txBox="1"/>
          <p:nvPr/>
        </p:nvSpPr>
        <p:spPr bwMode="auto">
          <a:xfrm rot="0" flipH="0" flipV="0">
            <a:off x="3711848" y="1550576"/>
            <a:ext cx="756263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440A0"/>
                    </a:gs>
                    <a:gs pos="100000">
                      <a:srgbClr val="6F8EFA"/>
                    </a:gs>
                  </a:gsLst>
                  <a:lin ang="8100000" scaled="1"/>
                </a:gradFill>
                <a:latin typeface="Comfortaa"/>
                <a:ea typeface="Comfortaa"/>
                <a:cs typeface="Comfortaa"/>
              </a:rPr>
              <a:t>Whatsapp Web XSS Vulnarability (2019)</a:t>
            </a:r>
            <a:endParaRPr sz="2800" b="1">
              <a:gradFill>
                <a:gsLst>
                  <a:gs pos="0">
                    <a:srgbClr val="2440A0"/>
                  </a:gs>
                  <a:gs pos="100000">
                    <a:srgbClr val="6F8EFA"/>
                  </a:gs>
                </a:gsLst>
                <a:lin ang="810000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7762285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81426568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510209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0" y="9392244"/>
            <a:ext cx="2183301" cy="2183301"/>
          </a:xfrm>
          <a:prstGeom prst="rect">
            <a:avLst/>
          </a:prstGeom>
        </p:spPr>
      </p:pic>
      <p:pic>
        <p:nvPicPr>
          <p:cNvPr id="68143305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3" y="3332387"/>
            <a:ext cx="2358154" cy="1907721"/>
          </a:xfrm>
          <a:prstGeom prst="rect">
            <a:avLst/>
          </a:prstGeom>
        </p:spPr>
      </p:pic>
      <p:sp>
        <p:nvSpPr>
          <p:cNvPr id="1995105284" name=""/>
          <p:cNvSpPr txBox="1"/>
          <p:nvPr/>
        </p:nvSpPr>
        <p:spPr bwMode="auto">
          <a:xfrm rot="0" flipH="0" flipV="0">
            <a:off x="444822" y="1271332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269283089" name=""/>
          <p:cNvSpPr txBox="1"/>
          <p:nvPr/>
        </p:nvSpPr>
        <p:spPr bwMode="auto">
          <a:xfrm rot="0" flipH="0" flipV="0">
            <a:off x="3371166" y="-11835315"/>
            <a:ext cx="82465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472724866" name=""/>
          <p:cNvSpPr txBox="1"/>
          <p:nvPr/>
        </p:nvSpPr>
        <p:spPr bwMode="auto">
          <a:xfrm rot="0" flipH="0" flipV="0">
            <a:off x="3371166" y="413991"/>
            <a:ext cx="825228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74668155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248024" y="1470211"/>
            <a:ext cx="1578512" cy="1383760"/>
          </a:xfrm>
          <a:prstGeom prst="rect">
            <a:avLst/>
          </a:prstGeom>
        </p:spPr>
      </p:pic>
      <p:sp>
        <p:nvSpPr>
          <p:cNvPr id="1199821910" name=""/>
          <p:cNvSpPr txBox="1"/>
          <p:nvPr/>
        </p:nvSpPr>
        <p:spPr bwMode="auto">
          <a:xfrm rot="0" flipH="0" flipV="0">
            <a:off x="4945599" y="1521831"/>
            <a:ext cx="684460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359320022" name=""/>
          <p:cNvSpPr txBox="1"/>
          <p:nvPr/>
        </p:nvSpPr>
        <p:spPr bwMode="auto">
          <a:xfrm rot="0" flipH="0" flipV="0">
            <a:off x="4945599" y="3228899"/>
            <a:ext cx="686044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92015305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507924" y="3290976"/>
            <a:ext cx="1105417" cy="1105417"/>
          </a:xfrm>
          <a:prstGeom prst="rect">
            <a:avLst/>
          </a:prstGeom>
        </p:spPr>
      </p:pic>
      <p:sp>
        <p:nvSpPr>
          <p:cNvPr id="1666561482" name=""/>
          <p:cNvSpPr txBox="1"/>
          <p:nvPr/>
        </p:nvSpPr>
        <p:spPr bwMode="auto">
          <a:xfrm rot="0" flipH="0" flipV="0">
            <a:off x="4945599" y="5001976"/>
            <a:ext cx="6907711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26382288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3354622" y="4940823"/>
            <a:ext cx="1365316" cy="1107550"/>
          </a:xfrm>
          <a:prstGeom prst="rect">
            <a:avLst/>
          </a:prstGeom>
        </p:spPr>
      </p:pic>
      <p:pic>
        <p:nvPicPr>
          <p:cNvPr id="162198443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403686" y="-4182033"/>
            <a:ext cx="2164309" cy="2164309"/>
          </a:xfrm>
          <a:prstGeom prst="rect">
            <a:avLst/>
          </a:prstGeom>
        </p:spPr>
      </p:pic>
      <p:sp>
        <p:nvSpPr>
          <p:cNvPr id="1074259333" name=""/>
          <p:cNvSpPr txBox="1"/>
          <p:nvPr/>
        </p:nvSpPr>
        <p:spPr bwMode="auto">
          <a:xfrm rot="0" flipH="0" flipV="0">
            <a:off x="597222" y="-5848690"/>
            <a:ext cx="18229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008339009" name=""/>
          <p:cNvSpPr txBox="1"/>
          <p:nvPr/>
        </p:nvSpPr>
        <p:spPr bwMode="auto">
          <a:xfrm rot="0" flipH="0" flipV="0">
            <a:off x="3648105" y="-6062158"/>
            <a:ext cx="75471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Yang Critical Pada Whatsapp Web Yang Mampu Menyebabkan Serangan XSS Terus Menurus Melalui Open Redirect.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322675441" name=""/>
          <p:cNvSpPr txBox="1"/>
          <p:nvPr/>
        </p:nvSpPr>
        <p:spPr bwMode="auto">
          <a:xfrm rot="0" flipH="0" flipV="0">
            <a:off x="3648105" y="-2216069"/>
            <a:ext cx="7541527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11202120" name=""/>
          <p:cNvSpPr txBox="1"/>
          <p:nvPr/>
        </p:nvSpPr>
        <p:spPr bwMode="auto">
          <a:xfrm rot="0" flipH="0" flipV="0">
            <a:off x="3711848" y="-8890289"/>
            <a:ext cx="7562994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440A0"/>
                    </a:gs>
                    <a:gs pos="100000">
                      <a:srgbClr val="6F8EFA"/>
                    </a:gs>
                  </a:gsLst>
                  <a:lin ang="8100000" scaled="1"/>
                </a:gradFill>
                <a:latin typeface="Comfortaa"/>
                <a:ea typeface="Comfortaa"/>
                <a:cs typeface="Comfortaa"/>
              </a:rPr>
              <a:t>Whatsapp Web XSS Vulnarability (2019)</a:t>
            </a:r>
            <a:endParaRPr sz="2800" b="1">
              <a:gradFill>
                <a:gsLst>
                  <a:gs pos="0">
                    <a:srgbClr val="2440A0"/>
                  </a:gs>
                  <a:gs pos="100000">
                    <a:srgbClr val="6F8EFA"/>
                  </a:gs>
                </a:gsLst>
                <a:lin ang="8100000" scaled="1"/>
              </a:gradFill>
              <a:latin typeface="Comfortaa"/>
              <a:cs typeface="Comfortaa"/>
            </a:endParaRPr>
          </a:p>
        </p:txBody>
      </p:sp>
      <p:sp>
        <p:nvSpPr>
          <p:cNvPr id="1957287451" name=""/>
          <p:cNvSpPr txBox="1"/>
          <p:nvPr/>
        </p:nvSpPr>
        <p:spPr bwMode="auto">
          <a:xfrm rot="0" flipH="0" flipV="0">
            <a:off x="4652730" y="7361992"/>
            <a:ext cx="624145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477342082" name=""/>
          <p:cNvSpPr txBox="1"/>
          <p:nvPr/>
        </p:nvSpPr>
        <p:spPr bwMode="auto">
          <a:xfrm rot="0" flipH="0" flipV="0">
            <a:off x="3450540" y="9128251"/>
            <a:ext cx="8167613" cy="24052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SQL Injection pada dasarnya mirip dengan XSS dimana penyerang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memanfaatkan form input yang tidak divalidasi untuk menyisipkan perintah SQL seperti “SELECT”, “DELETE”, “INSERT”, dll untuk memanipulasi database atau penggunaan logic SQL untuk bypass login, data retrieval, dan lainya.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13120715" name=""/>
          <p:cNvSpPr txBox="1"/>
          <p:nvPr/>
        </p:nvSpPr>
        <p:spPr bwMode="auto">
          <a:xfrm rot="0" flipH="0" flipV="0">
            <a:off x="3450540" y="14136513"/>
            <a:ext cx="8027213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00FFFF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Login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959813473" name=""/>
          <p:cNvSpPr txBox="1"/>
          <p:nvPr/>
        </p:nvSpPr>
        <p:spPr bwMode="auto">
          <a:xfrm rot="0" flipH="0" flipV="0">
            <a:off x="3460737" y="14556686"/>
            <a:ext cx="240495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02320462" name=""/>
          <p:cNvSpPr/>
          <p:nvPr/>
        </p:nvSpPr>
        <p:spPr bwMode="auto">
          <a:xfrm rot="0" flipH="0" flipV="0">
            <a:off x="5423366" y="14601497"/>
            <a:ext cx="2349909" cy="412747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sz="2800" b="1">
                <a:solidFill>
                  <a:schemeClr val="tx1"/>
                </a:solidFill>
                <a:latin typeface="Comfortaa"/>
                <a:cs typeface="Comfortaa"/>
              </a:rPr>
              <a:t>‘ or 1=1 —</a:t>
            </a:r>
            <a:endParaRPr sz="2800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610534305" name=""/>
          <p:cNvSpPr txBox="1"/>
          <p:nvPr/>
        </p:nvSpPr>
        <p:spPr bwMode="auto">
          <a:xfrm rot="0" flipH="0" flipV="0">
            <a:off x="3507923" y="20348291"/>
            <a:ext cx="8189572" cy="124850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kasus tsb, penyerang menyisipkan logika 1=1 yang berhasil True sehingga program akan memberi akses pada penyerang 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259533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467049688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212904269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76503" y="11916794"/>
            <a:ext cx="2358154" cy="1907721"/>
          </a:xfrm>
          <a:prstGeom prst="rect">
            <a:avLst/>
          </a:prstGeom>
        </p:spPr>
      </p:pic>
      <p:sp>
        <p:nvSpPr>
          <p:cNvPr id="1514909893" name=""/>
          <p:cNvSpPr txBox="1"/>
          <p:nvPr/>
        </p:nvSpPr>
        <p:spPr bwMode="auto">
          <a:xfrm rot="0" flipH="0" flipV="0">
            <a:off x="444822" y="9855739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852175884" name=""/>
          <p:cNvSpPr txBox="1"/>
          <p:nvPr/>
        </p:nvSpPr>
        <p:spPr bwMode="auto">
          <a:xfrm rot="0" flipH="0" flipV="0">
            <a:off x="3371166" y="-15778507"/>
            <a:ext cx="825228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41016249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48024" y="-11208420"/>
            <a:ext cx="1578512" cy="1383760"/>
          </a:xfrm>
          <a:prstGeom prst="rect">
            <a:avLst/>
          </a:prstGeom>
        </p:spPr>
      </p:pic>
      <p:sp>
        <p:nvSpPr>
          <p:cNvPr id="190979090" name=""/>
          <p:cNvSpPr txBox="1"/>
          <p:nvPr/>
        </p:nvSpPr>
        <p:spPr bwMode="auto">
          <a:xfrm rot="0" flipH="0" flipV="0">
            <a:off x="4945599" y="-11156799"/>
            <a:ext cx="684460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95365515" name=""/>
          <p:cNvSpPr txBox="1"/>
          <p:nvPr/>
        </p:nvSpPr>
        <p:spPr bwMode="auto">
          <a:xfrm rot="0" flipH="0" flipV="0">
            <a:off x="4945599" y="-6473170"/>
            <a:ext cx="686044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00310438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507924" y="-6411093"/>
            <a:ext cx="1105417" cy="1105417"/>
          </a:xfrm>
          <a:prstGeom prst="rect">
            <a:avLst/>
          </a:prstGeom>
        </p:spPr>
      </p:pic>
      <p:sp>
        <p:nvSpPr>
          <p:cNvPr id="1706518789" name=""/>
          <p:cNvSpPr txBox="1"/>
          <p:nvPr/>
        </p:nvSpPr>
        <p:spPr bwMode="auto">
          <a:xfrm rot="0" flipH="0" flipV="0">
            <a:off x="4945599" y="-2439429"/>
            <a:ext cx="6907711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366386177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54622" y="-2499058"/>
            <a:ext cx="1365316" cy="1107550"/>
          </a:xfrm>
          <a:prstGeom prst="rect">
            <a:avLst/>
          </a:prstGeom>
        </p:spPr>
      </p:pic>
      <p:pic>
        <p:nvPicPr>
          <p:cNvPr id="72271913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251286" y="2938708"/>
            <a:ext cx="2164309" cy="2164309"/>
          </a:xfrm>
          <a:prstGeom prst="rect">
            <a:avLst/>
          </a:prstGeom>
        </p:spPr>
      </p:pic>
      <p:sp>
        <p:nvSpPr>
          <p:cNvPr id="284583937" name=""/>
          <p:cNvSpPr txBox="1"/>
          <p:nvPr/>
        </p:nvSpPr>
        <p:spPr bwMode="auto">
          <a:xfrm rot="0" flipH="0" flipV="0">
            <a:off x="444822" y="1271872"/>
            <a:ext cx="18225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796040672" name=""/>
          <p:cNvSpPr txBox="1"/>
          <p:nvPr/>
        </p:nvSpPr>
        <p:spPr bwMode="auto">
          <a:xfrm rot="0" flipH="0" flipV="0">
            <a:off x="4652731" y="313313"/>
            <a:ext cx="624109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532523514" name=""/>
          <p:cNvSpPr txBox="1"/>
          <p:nvPr/>
        </p:nvSpPr>
        <p:spPr bwMode="auto">
          <a:xfrm rot="0" flipH="0" flipV="0">
            <a:off x="3450540" y="1317752"/>
            <a:ext cx="8167254" cy="24052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SQL Injection pada dasarnya mirip dengan XSS dimana penyerang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memanfaatkan form input yang tidak divalidasi untuk menyisipkan perintah SQL seperti “SELECT”, “DELETE”, “INSERT”, dll untuk memanipulasi database atau penggunaan logic SQL untuk bypass login, data retrieval, dan lainya.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03417480" name=""/>
          <p:cNvSpPr txBox="1"/>
          <p:nvPr/>
        </p:nvSpPr>
        <p:spPr bwMode="auto">
          <a:xfrm rot="0" flipH="0" flipV="0">
            <a:off x="3450540" y="3849513"/>
            <a:ext cx="8026854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00FFFF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Login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02206864" name=""/>
          <p:cNvSpPr txBox="1"/>
          <p:nvPr/>
        </p:nvSpPr>
        <p:spPr bwMode="auto">
          <a:xfrm rot="0" flipH="0" flipV="0">
            <a:off x="3460737" y="4269686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87388836" name=""/>
          <p:cNvSpPr/>
          <p:nvPr/>
        </p:nvSpPr>
        <p:spPr bwMode="auto">
          <a:xfrm rot="0" flipH="0" flipV="0">
            <a:off x="5423367" y="4314497"/>
            <a:ext cx="2349909" cy="41274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sz="2800" b="1">
                <a:solidFill>
                  <a:schemeClr val="tx1"/>
                </a:solidFill>
                <a:latin typeface="Comfortaa"/>
                <a:cs typeface="Comfortaa"/>
              </a:rPr>
              <a:t>‘ or 1=1 —</a:t>
            </a:r>
            <a:endParaRPr sz="2800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756199137" name=""/>
          <p:cNvSpPr txBox="1"/>
          <p:nvPr/>
        </p:nvSpPr>
        <p:spPr bwMode="auto">
          <a:xfrm rot="0" flipH="0" flipV="0">
            <a:off x="3507923" y="4917792"/>
            <a:ext cx="8189213" cy="124850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kasus tsb, penyerang menyisipkan logika 1=1 yang berhasil True sehingga program akan memberi akses pada penyerang 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74133672" name=""/>
          <p:cNvSpPr txBox="1"/>
          <p:nvPr/>
        </p:nvSpPr>
        <p:spPr bwMode="auto">
          <a:xfrm rot="0" flipH="0" flipV="0">
            <a:off x="4284572" y="6888621"/>
            <a:ext cx="698352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Kasus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945219299" name=""/>
          <p:cNvSpPr txBox="1"/>
          <p:nvPr/>
        </p:nvSpPr>
        <p:spPr bwMode="auto">
          <a:xfrm rot="0" flipH="0" flipV="0">
            <a:off x="3310561" y="8682693"/>
            <a:ext cx="7004044" cy="5474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F0E0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Ghostsell Hacker Attack (2012)</a:t>
            </a:r>
            <a:endParaRPr sz="2600" b="1">
              <a:gradFill>
                <a:gsLst>
                  <a:gs pos="0">
                    <a:srgbClr val="00F0E0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344223365" name=""/>
          <p:cNvSpPr txBox="1"/>
          <p:nvPr/>
        </p:nvSpPr>
        <p:spPr bwMode="auto">
          <a:xfrm rot="0" flipH="0" flipV="0">
            <a:off x="3310561" y="11419744"/>
            <a:ext cx="8445486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Sebuah group hackers bernama Ghostsell meluncurkan serangan SQL Injection ke berbagai website agensi pemerintahan seperti NASA, European Space Agency, Federal Reserve, dll.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57260244" name=""/>
          <p:cNvSpPr txBox="1"/>
          <p:nvPr/>
        </p:nvSpPr>
        <p:spPr bwMode="auto">
          <a:xfrm rot="0" flipH="0" flipV="0">
            <a:off x="3310561" y="16226658"/>
            <a:ext cx="8522165" cy="124850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Ghostsell menggunakan tools bernama Havij yang melakukan scan pada website dan kemudian melakukan SQL Injection pada website tersebut secara otomatis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399402878" name=""/>
          <p:cNvSpPr txBox="1"/>
          <p:nvPr/>
        </p:nvSpPr>
        <p:spPr bwMode="auto">
          <a:xfrm rot="0" flipH="0" flipV="0">
            <a:off x="3310561" y="22457754"/>
            <a:ext cx="8562845" cy="8629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Dampak dari serangan ini menyebabkan 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kebocoran data berupa username, password, dan  email addres.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6558913" name=""/>
          <p:cNvSpPr/>
          <p:nvPr/>
        </p:nvSpPr>
        <p:spPr bwMode="auto">
          <a:xfrm rot="0" flipH="0" flipV="0">
            <a:off x="-283797" y="-35472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904158174" name=""/>
          <p:cNvSpPr/>
          <p:nvPr/>
        </p:nvSpPr>
        <p:spPr bwMode="auto">
          <a:xfrm rot="0" flipH="0" flipV="0">
            <a:off x="-283797" y="-31747"/>
            <a:ext cx="3278763" cy="6877596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4112379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1285" y="2938707"/>
            <a:ext cx="2164308" cy="2164308"/>
          </a:xfrm>
          <a:prstGeom prst="rect">
            <a:avLst/>
          </a:prstGeom>
        </p:spPr>
      </p:pic>
      <p:sp>
        <p:nvSpPr>
          <p:cNvPr id="999336832" name=""/>
          <p:cNvSpPr txBox="1"/>
          <p:nvPr/>
        </p:nvSpPr>
        <p:spPr bwMode="auto">
          <a:xfrm rot="0" flipH="0" flipV="0">
            <a:off x="444821" y="1271871"/>
            <a:ext cx="1822594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245143868" name=""/>
          <p:cNvSpPr txBox="1"/>
          <p:nvPr/>
        </p:nvSpPr>
        <p:spPr bwMode="auto">
          <a:xfrm rot="0" flipH="0" flipV="0">
            <a:off x="4652731" y="-14340531"/>
            <a:ext cx="624109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673549486" name=""/>
          <p:cNvSpPr txBox="1"/>
          <p:nvPr/>
        </p:nvSpPr>
        <p:spPr bwMode="auto">
          <a:xfrm rot="0" flipH="0" flipV="0">
            <a:off x="3450540" y="-9489458"/>
            <a:ext cx="8145294" cy="24052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SQL Injection pada dasarnya mirip dengan XSS dimana penyerang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memanfaatkan form input yang tidak divalidasi untuk menyisipkan perintah SQL seperti “SELECT”, “DELETE”, “INSERT”, dll untuk memanipulasi database atau penggunaan logic SQL untuk bypass login, data retrieval, dan lainya.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12453186" name=""/>
          <p:cNvSpPr txBox="1"/>
          <p:nvPr/>
        </p:nvSpPr>
        <p:spPr bwMode="auto">
          <a:xfrm rot="0" flipH="0" flipV="0">
            <a:off x="3460737" y="-4247860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61379053" name=""/>
          <p:cNvSpPr/>
          <p:nvPr/>
        </p:nvSpPr>
        <p:spPr bwMode="auto">
          <a:xfrm rot="0" flipH="0" flipV="0">
            <a:off x="5423367" y="-4203049"/>
            <a:ext cx="2349909" cy="41274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sz="2800" b="1">
                <a:solidFill>
                  <a:schemeClr val="tx1"/>
                </a:solidFill>
                <a:latin typeface="Comfortaa"/>
                <a:cs typeface="Comfortaa"/>
              </a:rPr>
              <a:t>‘ or 1=1 —</a:t>
            </a:r>
            <a:endParaRPr sz="2800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708734239" name=""/>
          <p:cNvSpPr txBox="1"/>
          <p:nvPr/>
        </p:nvSpPr>
        <p:spPr bwMode="auto">
          <a:xfrm rot="0" flipH="0" flipV="0">
            <a:off x="3507923" y="-1951197"/>
            <a:ext cx="8189213" cy="124850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kasus tsb, penyerang menyisipkan logika 1=1 yang berhasil True sehingga program akan memberi akses pada penyerang 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84112469" name=""/>
          <p:cNvSpPr txBox="1"/>
          <p:nvPr/>
        </p:nvSpPr>
        <p:spPr bwMode="auto">
          <a:xfrm rot="0" flipH="0" flipV="0">
            <a:off x="3450540" y="-4668033"/>
            <a:ext cx="8027213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00FFFF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Login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97164066" name=""/>
          <p:cNvSpPr txBox="1"/>
          <p:nvPr/>
        </p:nvSpPr>
        <p:spPr bwMode="auto">
          <a:xfrm rot="0" flipH="0" flipV="0">
            <a:off x="4284573" y="316192"/>
            <a:ext cx="6983165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Kasus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101467797" name=""/>
          <p:cNvSpPr txBox="1"/>
          <p:nvPr/>
        </p:nvSpPr>
        <p:spPr bwMode="auto">
          <a:xfrm rot="0" flipH="0" flipV="0">
            <a:off x="3310562" y="1348264"/>
            <a:ext cx="7003685" cy="5474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F0E0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Ghostsell Hacker Attack (2012)</a:t>
            </a:r>
            <a:endParaRPr sz="2600" b="1">
              <a:gradFill>
                <a:gsLst>
                  <a:gs pos="0">
                    <a:srgbClr val="00F0E0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376419297" name=""/>
          <p:cNvSpPr txBox="1"/>
          <p:nvPr/>
        </p:nvSpPr>
        <p:spPr bwMode="auto">
          <a:xfrm rot="0" flipH="0" flipV="0">
            <a:off x="3310562" y="2180495"/>
            <a:ext cx="8445126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Sebuah group hackers bernama Ghostsell meluncurkan serangan SQL Injection ke berbagai website agensi pemerintahan seperti NASA, European Space Agency, Federal Reserve, dll.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41200936" name=""/>
          <p:cNvSpPr txBox="1"/>
          <p:nvPr/>
        </p:nvSpPr>
        <p:spPr bwMode="auto">
          <a:xfrm rot="0" flipH="0" flipV="0">
            <a:off x="3310562" y="3939409"/>
            <a:ext cx="8521806" cy="124850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Ghostsell menggunakan tools bernama Havij yang melakukan scan pada website dan kemudian melakukan SQL Injection pada website tersebut secara otomatis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956701801" name=""/>
          <p:cNvSpPr txBox="1"/>
          <p:nvPr/>
        </p:nvSpPr>
        <p:spPr bwMode="auto">
          <a:xfrm rot="0" flipH="0" flipV="0">
            <a:off x="3310562" y="5312755"/>
            <a:ext cx="8562486" cy="8629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Dampak dari serangan ini menyebabkan 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kebocoran data berupa username, password, dan  email addres.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938650" name=""/>
          <p:cNvSpPr/>
          <p:nvPr/>
        </p:nvSpPr>
        <p:spPr bwMode="auto">
          <a:xfrm rot="0" flipH="0" flipV="0">
            <a:off x="-283797" y="-35472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853866749" name=""/>
          <p:cNvSpPr/>
          <p:nvPr/>
        </p:nvSpPr>
        <p:spPr bwMode="auto">
          <a:xfrm rot="0" flipH="0" flipV="0">
            <a:off x="-283797" y="-31747"/>
            <a:ext cx="3278763" cy="6877596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50000020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1285" y="2938707"/>
            <a:ext cx="2164308" cy="2164308"/>
          </a:xfrm>
          <a:prstGeom prst="rect">
            <a:avLst/>
          </a:prstGeom>
        </p:spPr>
      </p:pic>
      <p:sp>
        <p:nvSpPr>
          <p:cNvPr id="1368111089" name=""/>
          <p:cNvSpPr txBox="1"/>
          <p:nvPr/>
        </p:nvSpPr>
        <p:spPr bwMode="auto">
          <a:xfrm rot="0" flipH="0" flipV="0">
            <a:off x="444821" y="1271871"/>
            <a:ext cx="1822594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83840881" name=""/>
          <p:cNvSpPr txBox="1"/>
          <p:nvPr/>
        </p:nvSpPr>
        <p:spPr bwMode="auto">
          <a:xfrm rot="0" flipH="0" flipV="0">
            <a:off x="4284573" y="-17305057"/>
            <a:ext cx="6983165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Kasus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315756444" name=""/>
          <p:cNvSpPr txBox="1"/>
          <p:nvPr/>
        </p:nvSpPr>
        <p:spPr bwMode="auto">
          <a:xfrm rot="0" flipH="0" flipV="0">
            <a:off x="3310562" y="-11986735"/>
            <a:ext cx="7003685" cy="5474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F0E0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Ghostsell Hacker Attack (2012)</a:t>
            </a:r>
            <a:endParaRPr sz="2600" b="1">
              <a:gradFill>
                <a:gsLst>
                  <a:gs pos="0">
                    <a:srgbClr val="00F0E0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764713504" name=""/>
          <p:cNvSpPr txBox="1"/>
          <p:nvPr/>
        </p:nvSpPr>
        <p:spPr bwMode="auto">
          <a:xfrm rot="0" flipH="0" flipV="0">
            <a:off x="3310562" y="-8297004"/>
            <a:ext cx="8445126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Sebuah group hackers bernama Ghostsell meluncurkan serangan SQL Injection ke berbagai website agensi pemerintahan seperti NASA, European Space Agency, Federal Reserve, dll.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22528893" name=""/>
          <p:cNvSpPr txBox="1"/>
          <p:nvPr/>
        </p:nvSpPr>
        <p:spPr bwMode="auto">
          <a:xfrm rot="0" flipH="0" flipV="0">
            <a:off x="3310562" y="-4633090"/>
            <a:ext cx="8521806" cy="124850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Ghostsell menggunakan tools bernama Havij yang melakukan scan pada website dan kemudian melakukan SQL Injection pada website tersebut secara otomatis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44313163" name=""/>
          <p:cNvSpPr txBox="1"/>
          <p:nvPr/>
        </p:nvSpPr>
        <p:spPr bwMode="auto">
          <a:xfrm rot="0" flipH="0" flipV="0">
            <a:off x="3310562" y="-1449994"/>
            <a:ext cx="8562486" cy="8629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Dampak dari serangan ini menyebabkan 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kebocoran data berupa username, password, dan  email addres.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684766738" name=""/>
          <p:cNvSpPr txBox="1"/>
          <p:nvPr/>
        </p:nvSpPr>
        <p:spPr bwMode="auto">
          <a:xfrm rot="0" flipH="0" flipV="0">
            <a:off x="4284572" y="319251"/>
            <a:ext cx="698928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2026-04-17T00:56:48Z</dcterms:modified>
</cp:coreProperties>
</file>